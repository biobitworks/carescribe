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Lst>
  <p:sldSz cx="15240000" cy="85725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1pPr>
    <a:lvl2pPr marL="0" marR="0" indent="457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2pPr>
    <a:lvl3pPr marL="0" marR="0" indent="914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D1D8"/>
          </a:solidFill>
        </a:fill>
      </a:tcStyle>
    </a:wholeTbl>
    <a:band2H>
      <a:tcTxStyle b="def" i="def"/>
      <a:tcStyle>
        <a:tcBdr/>
        <a:fill>
          <a:solidFill>
            <a:srgbClr val="E7E9EC"/>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BD3CB"/>
          </a:solidFill>
        </a:fill>
      </a:tcStyle>
    </a:wholeTbl>
    <a:band2H>
      <a:tcTxStyle b="def" i="def"/>
      <a:tcStyle>
        <a:tcBdr/>
        <a:fill>
          <a:solidFill>
            <a:srgbClr val="E7EAE7"/>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E1CC"/>
          </a:solidFill>
        </a:fill>
      </a:tcStyle>
    </a:wholeTbl>
    <a:band2H>
      <a:tcTxStyle b="def" i="def"/>
      <a:tcStyle>
        <a:tcBdr/>
        <a:fill>
          <a:solidFill>
            <a:srgbClr val="E8F0E7"/>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
          <a:latin typeface="Calibri"/>
          <a:ea typeface="Calibri"/>
          <a:cs typeface="Calibri"/>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
          <a:latin typeface="Calibri"/>
          <a:ea typeface="Calibri"/>
          <a:cs typeface="Calibri"/>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
          <a:latin typeface="Calibri"/>
          <a:ea typeface="Calibri"/>
          <a:cs typeface="Calibri"/>
        </a:font>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
          <a:latin typeface="Calibri"/>
          <a:ea typeface="Calibri"/>
          <a:cs typeface="Calibri"/>
        </a:font>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
          <a:latin typeface="Calibri"/>
          <a:ea typeface="Calibri"/>
          <a:cs typeface="Calibri"/>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
          <a:latin typeface="Calibri"/>
          <a:ea typeface="Calibri"/>
          <a:cs typeface="Calibri"/>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
          <a:latin typeface="Calibri"/>
          <a:ea typeface="Calibri"/>
          <a:cs typeface="Calibri"/>
        </a:font>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
          <a:latin typeface="Calibri"/>
          <a:ea typeface="Calibri"/>
          <a:cs typeface="Calibri"/>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24" name="Shape 24"/>
          <p:cNvSpPr/>
          <p:nvPr>
            <p:ph type="sldImg"/>
          </p:nvPr>
        </p:nvSpPr>
        <p:spPr>
          <a:xfrm>
            <a:off x="1143000" y="685800"/>
            <a:ext cx="4572000" cy="3429000"/>
          </a:xfrm>
          <a:prstGeom prst="rect">
            <a:avLst/>
          </a:prstGeom>
        </p:spPr>
        <p:txBody>
          <a:bodyPr/>
          <a:lstStyle/>
          <a:p>
            <a:pPr/>
          </a:p>
        </p:txBody>
      </p:sp>
      <p:sp>
        <p:nvSpPr>
          <p:cNvPr id="25" name="Shape 25"/>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j-lt"/>
        <a:ea typeface="+mj-ea"/>
        <a:cs typeface="+mj-cs"/>
        <a:sym typeface="Helvetica Neue"/>
      </a:defRPr>
    </a:lvl1pPr>
    <a:lvl2pPr indent="228600" latinLnBrk="0">
      <a:defRPr sz="1200">
        <a:latin typeface="+mj-lt"/>
        <a:ea typeface="+mj-ea"/>
        <a:cs typeface="+mj-cs"/>
        <a:sym typeface="Helvetica Neue"/>
      </a:defRPr>
    </a:lvl2pPr>
    <a:lvl3pPr indent="457200" latinLnBrk="0">
      <a:defRPr sz="1200">
        <a:latin typeface="+mj-lt"/>
        <a:ea typeface="+mj-ea"/>
        <a:cs typeface="+mj-cs"/>
        <a:sym typeface="Helvetica Neue"/>
      </a:defRPr>
    </a:lvl3pPr>
    <a:lvl4pPr indent="685800" latinLnBrk="0">
      <a:defRPr sz="1200">
        <a:latin typeface="+mj-lt"/>
        <a:ea typeface="+mj-ea"/>
        <a:cs typeface="+mj-cs"/>
        <a:sym typeface="Helvetica Neue"/>
      </a:defRPr>
    </a:lvl4pPr>
    <a:lvl5pPr indent="914400" latinLnBrk="0">
      <a:defRPr sz="1200">
        <a:latin typeface="+mj-lt"/>
        <a:ea typeface="+mj-ea"/>
        <a:cs typeface="+mj-cs"/>
        <a:sym typeface="Helvetica Neue"/>
      </a:defRPr>
    </a:lvl5pPr>
    <a:lvl6pPr indent="1143000" latinLnBrk="0">
      <a:defRPr sz="1200">
        <a:latin typeface="+mj-lt"/>
        <a:ea typeface="+mj-ea"/>
        <a:cs typeface="+mj-cs"/>
        <a:sym typeface="Helvetica Neue"/>
      </a:defRPr>
    </a:lvl6pPr>
    <a:lvl7pPr indent="1371600" latinLnBrk="0">
      <a:defRPr sz="1200">
        <a:latin typeface="+mj-lt"/>
        <a:ea typeface="+mj-ea"/>
        <a:cs typeface="+mj-cs"/>
        <a:sym typeface="Helvetica Neue"/>
      </a:defRPr>
    </a:lvl7pPr>
    <a:lvl8pPr indent="1600200" latinLnBrk="0">
      <a:defRPr sz="1200">
        <a:latin typeface="+mj-lt"/>
        <a:ea typeface="+mj-ea"/>
        <a:cs typeface="+mj-cs"/>
        <a:sym typeface="Helvetica Neue"/>
      </a:defRPr>
    </a:lvl8pPr>
    <a:lvl9pPr indent="1828800" latinLnBrk="0">
      <a:defRPr sz="1200">
        <a:latin typeface="+mj-lt"/>
        <a:ea typeface="+mj-ea"/>
        <a:cs typeface="+mj-cs"/>
        <a:sym typeface="Helvetica Neue"/>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8" name="Shape 38"/>
          <p:cNvSpPr/>
          <p:nvPr>
            <p:ph type="sldImg"/>
          </p:nvPr>
        </p:nvSpPr>
        <p:spPr>
          <a:prstGeom prst="rect">
            <a:avLst/>
          </a:prstGeom>
        </p:spPr>
        <p:txBody>
          <a:bodyPr/>
          <a:lstStyle/>
          <a:p>
            <a:pPr/>
          </a:p>
        </p:txBody>
      </p:sp>
      <p:sp>
        <p:nvSpPr>
          <p:cNvPr id="39" name="Shape 39"/>
          <p:cNvSpPr/>
          <p:nvPr>
            <p:ph type="body" sz="quarter" idx="1"/>
          </p:nvPr>
        </p:nvSpPr>
        <p:spPr>
          <a:prstGeom prst="rect">
            <a:avLst/>
          </a:prstGeom>
        </p:spPr>
        <p:txBody>
          <a:bodyPr/>
          <a:lstStyle/>
          <a:p>
            <a:pPr/>
            <a:r>
              <a:t>Sources: user-provided Value Proposition Strategy conversation preview and two images supplied in this chat. Today is the image without the wall display. With CareScribe is the image with the parent looking at the display. Images illustrate the proposed experience. Intended benefits are not validated outcomes. CareScribe supports clinical judgment.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7" name="Shape 47"/>
          <p:cNvSpPr/>
          <p:nvPr>
            <p:ph type="sldImg"/>
          </p:nvPr>
        </p:nvSpPr>
        <p:spPr>
          <a:prstGeom prst="rect">
            <a:avLst/>
          </a:prstGeom>
        </p:spPr>
        <p:txBody>
          <a:bodyPr/>
          <a:lstStyle/>
          <a:p>
            <a:pPr/>
          </a:p>
        </p:txBody>
      </p:sp>
      <p:sp>
        <p:nvSpPr>
          <p:cNvPr id="48" name="Shape 48"/>
          <p:cNvSpPr/>
          <p:nvPr>
            <p:ph type="body" sz="quarter" idx="1"/>
          </p:nvPr>
        </p:nvSpPr>
        <p:spPr>
          <a:prstGeom prst="rect">
            <a:avLst/>
          </a:prstGeom>
        </p:spPr>
        <p:txBody>
          <a:bodyPr/>
          <a:lstStyle/>
          <a:p>
            <a:pPr/>
            <a:r>
              <a:t>Screen 1: Today’s Visit.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8" name="Shape 78"/>
          <p:cNvSpPr/>
          <p:nvPr>
            <p:ph type="sldImg"/>
          </p:nvPr>
        </p:nvSpPr>
        <p:spPr>
          <a:prstGeom prst="rect">
            <a:avLst/>
          </a:prstGeom>
        </p:spPr>
        <p:txBody>
          <a:bodyPr/>
          <a:lstStyle/>
          <a:p>
            <a:pPr/>
          </a:p>
        </p:txBody>
      </p:sp>
      <p:sp>
        <p:nvSpPr>
          <p:cNvPr id="79" name="Shape 79"/>
          <p:cNvSpPr/>
          <p:nvPr>
            <p:ph type="body" sz="quarter" idx="1"/>
          </p:nvPr>
        </p:nvSpPr>
        <p:spPr>
          <a:prstGeom prst="rect">
            <a:avLst/>
          </a:prstGeom>
        </p:spPr>
        <p:txBody>
          <a:bodyPr/>
          <a:lstStyle/>
          <a:p>
            <a:pPr/>
            <a:r>
              <a:t>Screen 2: History Overview.</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9" name="Shape 109"/>
          <p:cNvSpPr/>
          <p:nvPr>
            <p:ph type="sldImg"/>
          </p:nvPr>
        </p:nvSpPr>
        <p:spPr>
          <a:prstGeom prst="rect">
            <a:avLst/>
          </a:prstGeom>
        </p:spPr>
        <p:txBody>
          <a:bodyPr/>
          <a:lstStyle/>
          <a:p>
            <a:pPr/>
          </a:p>
        </p:txBody>
      </p:sp>
      <p:sp>
        <p:nvSpPr>
          <p:cNvPr id="110" name="Shape 110"/>
          <p:cNvSpPr/>
          <p:nvPr>
            <p:ph type="body" sz="quarter" idx="1"/>
          </p:nvPr>
        </p:nvSpPr>
        <p:spPr>
          <a:prstGeom prst="rect">
            <a:avLst/>
          </a:prstGeom>
        </p:spPr>
        <p:txBody>
          <a:bodyPr/>
          <a:lstStyle/>
          <a:p>
            <a:pPr/>
            <a:r>
              <a:t>Screen 3: History Captured.</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0" name="Shape 140"/>
          <p:cNvSpPr/>
          <p:nvPr>
            <p:ph type="sldImg"/>
          </p:nvPr>
        </p:nvSpPr>
        <p:spPr>
          <a:prstGeom prst="rect">
            <a:avLst/>
          </a:prstGeom>
        </p:spPr>
        <p:txBody>
          <a:bodyPr/>
          <a:lstStyle/>
          <a:p>
            <a:pPr/>
          </a:p>
        </p:txBody>
      </p:sp>
      <p:sp>
        <p:nvSpPr>
          <p:cNvPr id="141" name="Shape 141"/>
          <p:cNvSpPr/>
          <p:nvPr>
            <p:ph type="body" sz="quarter" idx="1"/>
          </p:nvPr>
        </p:nvSpPr>
        <p:spPr>
          <a:prstGeom prst="rect">
            <a:avLst/>
          </a:prstGeom>
        </p:spPr>
        <p:txBody>
          <a:bodyPr/>
          <a:lstStyle/>
          <a:p>
            <a:pPr/>
            <a:r>
              <a:t>Screen 4: Evaluation Overview.</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1" name="Shape 171"/>
          <p:cNvSpPr/>
          <p:nvPr>
            <p:ph type="sldImg"/>
          </p:nvPr>
        </p:nvSpPr>
        <p:spPr>
          <a:prstGeom prst="rect">
            <a:avLst/>
          </a:prstGeom>
        </p:spPr>
        <p:txBody>
          <a:bodyPr/>
          <a:lstStyle/>
          <a:p>
            <a:pPr/>
          </a:p>
        </p:txBody>
      </p:sp>
      <p:sp>
        <p:nvSpPr>
          <p:cNvPr id="172" name="Shape 172"/>
          <p:cNvSpPr/>
          <p:nvPr>
            <p:ph type="body" sz="quarter" idx="1"/>
          </p:nvPr>
        </p:nvSpPr>
        <p:spPr>
          <a:prstGeom prst="rect">
            <a:avLst/>
          </a:prstGeom>
        </p:spPr>
        <p:txBody>
          <a:bodyPr/>
          <a:lstStyle/>
          <a:p>
            <a:pPr/>
            <a:r>
              <a:t>Screen 5: Review Results.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2" name="Shape 202"/>
          <p:cNvSpPr/>
          <p:nvPr>
            <p:ph type="sldImg"/>
          </p:nvPr>
        </p:nvSpPr>
        <p:spPr>
          <a:prstGeom prst="rect">
            <a:avLst/>
          </a:prstGeom>
        </p:spPr>
        <p:txBody>
          <a:bodyPr/>
          <a:lstStyle/>
          <a:p>
            <a:pPr/>
          </a:p>
        </p:txBody>
      </p:sp>
      <p:sp>
        <p:nvSpPr>
          <p:cNvPr id="203" name="Shape 203"/>
          <p:cNvSpPr/>
          <p:nvPr>
            <p:ph type="body" sz="quarter" idx="1"/>
          </p:nvPr>
        </p:nvSpPr>
        <p:spPr>
          <a:prstGeom prst="rect">
            <a:avLst/>
          </a:prstGeom>
        </p:spPr>
        <p:txBody>
          <a:bodyPr/>
          <a:lstStyle/>
          <a:p>
            <a:pPr/>
            <a:r>
              <a:t>Screen 6: Next Steps.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5" name="Shape 225"/>
          <p:cNvSpPr/>
          <p:nvPr>
            <p:ph type="sldImg"/>
          </p:nvPr>
        </p:nvSpPr>
        <p:spPr>
          <a:prstGeom prst="rect">
            <a:avLst/>
          </a:prstGeom>
        </p:spPr>
        <p:txBody>
          <a:bodyPr/>
          <a:lstStyle/>
          <a:p>
            <a:pPr/>
          </a:p>
        </p:txBody>
      </p:sp>
      <p:sp>
        <p:nvSpPr>
          <p:cNvPr id="226" name="Shape 226"/>
          <p:cNvSpPr/>
          <p:nvPr>
            <p:ph type="body" sz="quarter" idx="1"/>
          </p:nvPr>
        </p:nvSpPr>
        <p:spPr>
          <a:prstGeom prst="rect">
            <a:avLst/>
          </a:prstGeom>
        </p:spPr>
        <p:txBody>
          <a:bodyPr/>
          <a:lstStyle/>
          <a:p>
            <a:pPr/>
            <a:r>
              <a:t>Source: user-provided Value Proposition Strategy conversation preview and current user request. Commercial model, capacity impact and market size are hypotheses/placeholders. Validate time saved, whether saved time converts into filled visits, demand, clinician availability, realized net revenue, willingness to pay and cost to serve. Revenue logic does not assume additional billing codes per encounter. Economic buyer: practice owner or clinical operations leader. Proposed annual subscription priced per clinician seat; enterprise terms for larger organizations. TAM should measure annual software revenue, not healthcare expenditure: define geography and eligible clinician population, avoid double counting, and multiply by validated annual price. Initial serviceable segment is pediatric speech-language pathology. Replace all bracketed inputs with sourced estimates before external use.</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Slide">
    <p:spTree>
      <p:nvGrpSpPr>
        <p:cNvPr id="1" name=""/>
        <p:cNvGrpSpPr/>
        <p:nvPr/>
      </p:nvGrpSpPr>
      <p:grpSpPr>
        <a:xfrm>
          <a:off x="0" y="0"/>
          <a:ext cx="0" cy="0"/>
          <a:chOff x="0" y="0"/>
          <a:chExt cx="0" cy="0"/>
        </a:xfrm>
      </p:grpSpPr>
      <p:sp>
        <p:nvSpPr>
          <p:cNvPr id="1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Slide">
    <p:spTree>
      <p:nvGrpSpPr>
        <p:cNvPr id="1" name=""/>
        <p:cNvGrpSpPr/>
        <p:nvPr/>
      </p:nvGrpSpPr>
      <p:grpSpPr>
        <a:xfrm>
          <a:off x="0" y="0"/>
          <a:ext cx="0" cy="0"/>
          <a:chOff x="0" y="0"/>
          <a:chExt cx="0" cy="0"/>
        </a:xfrm>
      </p:grpSpPr>
      <p:sp>
        <p:nvSpPr>
          <p:cNvPr id="1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1143000" y="2305843"/>
            <a:ext cx="12954000" cy="2551907"/>
          </a:xfrm>
          <a:prstGeom prst="rect">
            <a:avLst/>
          </a:prstGeom>
          <a:ln w="12700">
            <a:miter lim="400000"/>
          </a:ln>
          <a:extLst>
            <a:ext uri="{C572A759-6A51-4108-AA02-DFA0A04FC94B}">
              <ma14:wrappingTextBoxFlag xmlns:ma14="http://schemas.microsoft.com/office/mac/drawingml/2011/main" val="1"/>
            </a:ext>
          </a:extLst>
        </p:spPr>
        <p:txBody>
          <a:bodyPr lIns="45719" rIns="45719" anchor="ctr"/>
          <a:lstStyle/>
          <a:p>
            <a:pPr/>
            <a:r>
              <a:t>Title Text</a:t>
            </a:r>
          </a:p>
        </p:txBody>
      </p:sp>
      <p:sp>
        <p:nvSpPr>
          <p:cNvPr id="3" name="Body Level One…"/>
          <p:cNvSpPr txBox="1"/>
          <p:nvPr>
            <p:ph type="body" idx="1"/>
          </p:nvPr>
        </p:nvSpPr>
        <p:spPr>
          <a:xfrm>
            <a:off x="2286000" y="4857750"/>
            <a:ext cx="10668000" cy="3714750"/>
          </a:xfrm>
          <a:prstGeom prst="rect">
            <a:avLst/>
          </a:prstGeom>
          <a:ln w="12700">
            <a:miter lim="400000"/>
          </a:ln>
          <a:extLst>
            <a:ext uri="{C572A759-6A51-4108-AA02-DFA0A04FC94B}">
              <ma14:wrappingTextBoxFlag xmlns:ma14="http://schemas.microsoft.com/office/mac/drawingml/2011/main" val="1"/>
            </a:ext>
          </a:extLst>
        </p:spPr>
        <p:txBody>
          <a:bodyPr lIns="45719" rIns="45719"/>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7366000" y="7716837"/>
            <a:ext cx="3556000" cy="457201"/>
          </a:xfrm>
          <a:prstGeom prst="rect">
            <a:avLst/>
          </a:prstGeom>
          <a:ln w="12700">
            <a:miter lim="400000"/>
          </a:ln>
        </p:spPr>
        <p:txBody>
          <a:bodyPr wrap="none" lIns="45719" rIns="45719" anchor="ctr">
            <a:spAutoFit/>
          </a:bodyPr>
          <a:lstStyle>
            <a:lvl1pPr algn="r">
              <a:defRPr sz="1200"/>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Lst>
  <p:transition xmlns:p14="http://schemas.microsoft.com/office/powerpoint/2010/main" spd="med" advClick="1"/>
  <p:txStyles>
    <p:titleStyle>
      <a:lvl1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1pPr>
      <a:lvl2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2pPr>
      <a:lvl3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3pPr>
      <a:lvl4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4pPr>
      <a:lvl5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5pPr>
      <a:lvl6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6pPr>
      <a:lvl7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7pPr>
      <a:lvl8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8pPr>
      <a:lvl9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9pPr>
    </p:titleStyle>
    <p:bodyStyle>
      <a:lvl1pPr marL="228600" marR="0" indent="-228600" algn="l" defTabSz="914400" rtl="0" latinLnBrk="0">
        <a:lnSpc>
          <a:spcPct val="90000"/>
        </a:lnSpc>
        <a:spcBef>
          <a:spcPts val="1000"/>
        </a:spcBef>
        <a:spcAft>
          <a:spcPts val="0"/>
        </a:spcAft>
        <a:buClrTx/>
        <a:buSzPct val="100000"/>
        <a:buFontTx/>
        <a:buChar char="•"/>
        <a:tabLst/>
        <a:defRPr b="0" baseline="0" cap="none" i="0" spc="0" strike="noStrike" sz="2800" u="none">
          <a:solidFill>
            <a:srgbClr val="000000"/>
          </a:solidFill>
          <a:uFillTx/>
          <a:latin typeface="Calibri"/>
          <a:ea typeface="Calibri"/>
          <a:cs typeface="Calibri"/>
          <a:sym typeface="Calibri"/>
        </a:defRPr>
      </a:lvl1pPr>
      <a:lvl2pPr marL="723900" marR="0" indent="-266700" algn="l" defTabSz="914400" rtl="0" latinLnBrk="0">
        <a:lnSpc>
          <a:spcPct val="90000"/>
        </a:lnSpc>
        <a:spcBef>
          <a:spcPts val="1000"/>
        </a:spcBef>
        <a:spcAft>
          <a:spcPts val="0"/>
        </a:spcAft>
        <a:buClrTx/>
        <a:buSzPct val="100000"/>
        <a:buFontTx/>
        <a:buChar char="•"/>
        <a:tabLst/>
        <a:defRPr b="0" baseline="0" cap="none" i="0" spc="0" strike="noStrike" sz="2800" u="none">
          <a:solidFill>
            <a:srgbClr val="000000"/>
          </a:solidFill>
          <a:uFillTx/>
          <a:latin typeface="Calibri"/>
          <a:ea typeface="Calibri"/>
          <a:cs typeface="Calibri"/>
          <a:sym typeface="Calibri"/>
        </a:defRPr>
      </a:lvl2pPr>
      <a:lvl3pPr marL="1234439" marR="0" indent="-320039" algn="l" defTabSz="914400" rtl="0" latinLnBrk="0">
        <a:lnSpc>
          <a:spcPct val="90000"/>
        </a:lnSpc>
        <a:spcBef>
          <a:spcPts val="1000"/>
        </a:spcBef>
        <a:spcAft>
          <a:spcPts val="0"/>
        </a:spcAft>
        <a:buClrTx/>
        <a:buSzPct val="100000"/>
        <a:buFontTx/>
        <a:buChar char="•"/>
        <a:tabLst/>
        <a:defRPr b="0" baseline="0" cap="none" i="0" spc="0" strike="noStrike" sz="2800" u="none">
          <a:solidFill>
            <a:srgbClr val="000000"/>
          </a:solidFill>
          <a:uFillTx/>
          <a:latin typeface="Calibri"/>
          <a:ea typeface="Calibri"/>
          <a:cs typeface="Calibri"/>
          <a:sym typeface="Calibri"/>
        </a:defRPr>
      </a:lvl3pPr>
      <a:lvl4pPr marL="1727200" marR="0" indent="-355600" algn="l" defTabSz="914400" rtl="0" latinLnBrk="0">
        <a:lnSpc>
          <a:spcPct val="90000"/>
        </a:lnSpc>
        <a:spcBef>
          <a:spcPts val="1000"/>
        </a:spcBef>
        <a:spcAft>
          <a:spcPts val="0"/>
        </a:spcAft>
        <a:buClrTx/>
        <a:buSzPct val="100000"/>
        <a:buFontTx/>
        <a:buChar char="•"/>
        <a:tabLst/>
        <a:defRPr b="0" baseline="0" cap="none" i="0" spc="0" strike="noStrike" sz="2800" u="none">
          <a:solidFill>
            <a:srgbClr val="000000"/>
          </a:solidFill>
          <a:uFillTx/>
          <a:latin typeface="Calibri"/>
          <a:ea typeface="Calibri"/>
          <a:cs typeface="Calibri"/>
          <a:sym typeface="Calibri"/>
        </a:defRPr>
      </a:lvl4pPr>
      <a:lvl5pPr marL="2184400" marR="0" indent="-355600" algn="l" defTabSz="914400" rtl="0" latinLnBrk="0">
        <a:lnSpc>
          <a:spcPct val="90000"/>
        </a:lnSpc>
        <a:spcBef>
          <a:spcPts val="1000"/>
        </a:spcBef>
        <a:spcAft>
          <a:spcPts val="0"/>
        </a:spcAft>
        <a:buClrTx/>
        <a:buSzPct val="100000"/>
        <a:buFontTx/>
        <a:buChar char="•"/>
        <a:tabLst/>
        <a:defRPr b="0" baseline="0" cap="none" i="0" spc="0" strike="noStrike" sz="2800" u="none">
          <a:solidFill>
            <a:srgbClr val="000000"/>
          </a:solidFill>
          <a:uFillTx/>
          <a:latin typeface="Calibri"/>
          <a:ea typeface="Calibri"/>
          <a:cs typeface="Calibri"/>
          <a:sym typeface="Calibri"/>
        </a:defRPr>
      </a:lvl5pPr>
      <a:lvl6pPr marL="2641600" marR="0" indent="-355600" algn="l" defTabSz="914400" rtl="0" latinLnBrk="0">
        <a:lnSpc>
          <a:spcPct val="90000"/>
        </a:lnSpc>
        <a:spcBef>
          <a:spcPts val="1000"/>
        </a:spcBef>
        <a:spcAft>
          <a:spcPts val="0"/>
        </a:spcAft>
        <a:buClrTx/>
        <a:buSzPct val="100000"/>
        <a:buFontTx/>
        <a:buChar char="•"/>
        <a:tabLst/>
        <a:defRPr b="0" baseline="0" cap="none" i="0" spc="0" strike="noStrike" sz="2800" u="none">
          <a:solidFill>
            <a:srgbClr val="000000"/>
          </a:solidFill>
          <a:uFillTx/>
          <a:latin typeface="Calibri"/>
          <a:ea typeface="Calibri"/>
          <a:cs typeface="Calibri"/>
          <a:sym typeface="Calibri"/>
        </a:defRPr>
      </a:lvl6pPr>
      <a:lvl7pPr marL="3098800" marR="0" indent="-355600" algn="l" defTabSz="914400" rtl="0" latinLnBrk="0">
        <a:lnSpc>
          <a:spcPct val="90000"/>
        </a:lnSpc>
        <a:spcBef>
          <a:spcPts val="1000"/>
        </a:spcBef>
        <a:spcAft>
          <a:spcPts val="0"/>
        </a:spcAft>
        <a:buClrTx/>
        <a:buSzPct val="100000"/>
        <a:buFontTx/>
        <a:buChar char="•"/>
        <a:tabLst/>
        <a:defRPr b="0" baseline="0" cap="none" i="0" spc="0" strike="noStrike" sz="2800" u="none">
          <a:solidFill>
            <a:srgbClr val="000000"/>
          </a:solidFill>
          <a:uFillTx/>
          <a:latin typeface="Calibri"/>
          <a:ea typeface="Calibri"/>
          <a:cs typeface="Calibri"/>
          <a:sym typeface="Calibri"/>
        </a:defRPr>
      </a:lvl7pPr>
      <a:lvl8pPr marL="3556000" marR="0" indent="-355600" algn="l" defTabSz="914400" rtl="0" latinLnBrk="0">
        <a:lnSpc>
          <a:spcPct val="90000"/>
        </a:lnSpc>
        <a:spcBef>
          <a:spcPts val="1000"/>
        </a:spcBef>
        <a:spcAft>
          <a:spcPts val="0"/>
        </a:spcAft>
        <a:buClrTx/>
        <a:buSzPct val="100000"/>
        <a:buFontTx/>
        <a:buChar char="•"/>
        <a:tabLst/>
        <a:defRPr b="0" baseline="0" cap="none" i="0" spc="0" strike="noStrike" sz="2800" u="none">
          <a:solidFill>
            <a:srgbClr val="000000"/>
          </a:solidFill>
          <a:uFillTx/>
          <a:latin typeface="Calibri"/>
          <a:ea typeface="Calibri"/>
          <a:cs typeface="Calibri"/>
          <a:sym typeface="Calibri"/>
        </a:defRPr>
      </a:lvl8pPr>
      <a:lvl9pPr marL="4013200" marR="0" indent="-355600" algn="l" defTabSz="914400" rtl="0" latinLnBrk="0">
        <a:lnSpc>
          <a:spcPct val="90000"/>
        </a:lnSpc>
        <a:spcBef>
          <a:spcPts val="1000"/>
        </a:spcBef>
        <a:spcAft>
          <a:spcPts val="0"/>
        </a:spcAft>
        <a:buClrTx/>
        <a:buSzPct val="100000"/>
        <a:buFontTx/>
        <a:buChar char="•"/>
        <a:tabLst/>
        <a:defRPr b="0" baseline="0" cap="none" i="0" spc="0" strike="noStrike" sz="2800" u="none">
          <a:solidFill>
            <a:srgbClr val="000000"/>
          </a:solidFill>
          <a:uFillTx/>
          <a:latin typeface="Calibri"/>
          <a:ea typeface="Calibri"/>
          <a:cs typeface="Calibri"/>
          <a:sym typeface="Calibri"/>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7.png"/></Relationships>

</file>

<file path=ppt/slides/_rels/slide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8.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6F8F7"/>
        </a:solidFill>
      </p:bgPr>
    </p:bg>
    <p:spTree>
      <p:nvGrpSpPr>
        <p:cNvPr id="1" name=""/>
        <p:cNvGrpSpPr/>
        <p:nvPr/>
      </p:nvGrpSpPr>
      <p:grpSpPr>
        <a:xfrm>
          <a:off x="0" y="0"/>
          <a:ext cx="0" cy="0"/>
          <a:chOff x="0" y="0"/>
          <a:chExt cx="0" cy="0"/>
        </a:xfrm>
      </p:grpSpPr>
      <p:sp>
        <p:nvSpPr>
          <p:cNvPr id="27" name="Rectangle 12"/>
          <p:cNvSpPr txBox="1"/>
          <p:nvPr/>
        </p:nvSpPr>
        <p:spPr>
          <a:xfrm>
            <a:off x="655319" y="333375"/>
            <a:ext cx="3718562" cy="38751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2100">
                <a:solidFill>
                  <a:srgbClr val="087F83"/>
                </a:solidFill>
                <a:latin typeface="Arial"/>
                <a:ea typeface="Arial"/>
                <a:cs typeface="Arial"/>
                <a:sym typeface="Arial"/>
              </a:defRPr>
            </a:lvl1pPr>
          </a:lstStyle>
          <a:p>
            <a:pPr/>
            <a:r>
              <a:t>CareScribe</a:t>
            </a:r>
          </a:p>
        </p:txBody>
      </p:sp>
      <p:sp>
        <p:nvSpPr>
          <p:cNvPr id="28" name="Rectangle 1"/>
          <p:cNvSpPr txBox="1"/>
          <p:nvPr/>
        </p:nvSpPr>
        <p:spPr>
          <a:xfrm>
            <a:off x="9284969" y="409575"/>
            <a:ext cx="5242562" cy="26425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200">
                <a:solidFill>
                  <a:srgbClr val="53707B"/>
                </a:solidFill>
                <a:latin typeface="Arial"/>
                <a:ea typeface="Arial"/>
                <a:cs typeface="Arial"/>
                <a:sym typeface="Arial"/>
              </a:defRPr>
            </a:lvl1pPr>
          </a:lstStyle>
          <a:p>
            <a:pPr/>
            <a:r>
              <a:t>THE CHALLENGE &amp; THE EXPERIENCE</a:t>
            </a:r>
          </a:p>
        </p:txBody>
      </p:sp>
      <p:sp>
        <p:nvSpPr>
          <p:cNvPr id="29" name="Rectangle 2"/>
          <p:cNvSpPr txBox="1"/>
          <p:nvPr/>
        </p:nvSpPr>
        <p:spPr>
          <a:xfrm>
            <a:off x="9656711" y="8216351"/>
            <a:ext cx="2766061" cy="23927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100">
                <a:solidFill>
                  <a:srgbClr val="53707B"/>
                </a:solidFill>
                <a:latin typeface="Arial"/>
                <a:ea typeface="Arial"/>
                <a:cs typeface="Arial"/>
                <a:sym typeface="Arial"/>
              </a:defRPr>
            </a:lvl1pPr>
          </a:lstStyle>
          <a:p>
            <a:pPr/>
            <a:r>
              <a:t>CareScribe  /  Pediatric speech evaluations</a:t>
            </a:r>
          </a:p>
        </p:txBody>
      </p:sp>
      <p:sp>
        <p:nvSpPr>
          <p:cNvPr id="30" name="Rectangle 3"/>
          <p:cNvSpPr txBox="1"/>
          <p:nvPr/>
        </p:nvSpPr>
        <p:spPr>
          <a:xfrm>
            <a:off x="14142719" y="8039100"/>
            <a:ext cx="480062" cy="276539"/>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300">
                <a:solidFill>
                  <a:srgbClr val="53707B"/>
                </a:solidFill>
                <a:latin typeface="Arial"/>
                <a:ea typeface="Arial"/>
                <a:cs typeface="Arial"/>
                <a:sym typeface="Arial"/>
              </a:defRPr>
            </a:lvl1pPr>
          </a:lstStyle>
          <a:p>
            <a:pPr/>
            <a:r>
              <a:t>01</a:t>
            </a:r>
          </a:p>
        </p:txBody>
      </p:sp>
      <p:sp>
        <p:nvSpPr>
          <p:cNvPr id="31" name="Rectangle 4"/>
          <p:cNvSpPr txBox="1"/>
          <p:nvPr/>
        </p:nvSpPr>
        <p:spPr>
          <a:xfrm>
            <a:off x="655319" y="1028700"/>
            <a:ext cx="13815062" cy="64632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4000">
                <a:solidFill>
                  <a:srgbClr val="122F3B"/>
                </a:solidFill>
                <a:latin typeface="Arial"/>
                <a:ea typeface="Arial"/>
                <a:cs typeface="Arial"/>
                <a:sym typeface="Arial"/>
              </a:defRPr>
            </a:lvl1pPr>
          </a:lstStyle>
          <a:p>
            <a:pPr/>
            <a:r>
              <a:t>Pediatric speech therapy evaluation</a:t>
            </a:r>
          </a:p>
        </p:txBody>
      </p:sp>
      <p:sp>
        <p:nvSpPr>
          <p:cNvPr id="32" name="Rectangle 5"/>
          <p:cNvSpPr txBox="1"/>
          <p:nvPr/>
        </p:nvSpPr>
        <p:spPr>
          <a:xfrm>
            <a:off x="655319" y="1688519"/>
            <a:ext cx="13815062" cy="846378"/>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1700">
                <a:solidFill>
                  <a:srgbClr val="53707B"/>
                </a:solidFill>
                <a:latin typeface="Arial"/>
                <a:ea typeface="Arial"/>
                <a:cs typeface="Arial"/>
                <a:sym typeface="Arial"/>
              </a:defRPr>
            </a:pPr>
            <a:r>
              <a:rPr b="1"/>
              <a:t>Problem:</a:t>
            </a:r>
            <a:r>
              <a:t> Speech therapy evaluations can be very overwhelming for everyone involved. Parents can leave a pediatric speech evaluation unsure what happened or what to do next. If the evaluation runs out of time, another visit adds costs and missed work for families and pressure on clinicians. A wait before treatment may then leave families without clear ways to support their child’s communication at home.</a:t>
            </a:r>
          </a:p>
        </p:txBody>
      </p:sp>
      <p:sp>
        <p:nvSpPr>
          <p:cNvPr id="33" name="Rectangle 6"/>
          <p:cNvSpPr txBox="1"/>
          <p:nvPr/>
        </p:nvSpPr>
        <p:spPr>
          <a:xfrm>
            <a:off x="664844" y="2647950"/>
            <a:ext cx="6671312" cy="301108"/>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1500">
                <a:solidFill>
                  <a:srgbClr val="53707B"/>
                </a:solidFill>
                <a:latin typeface="Arial"/>
                <a:ea typeface="Arial"/>
                <a:cs typeface="Arial"/>
                <a:sym typeface="Arial"/>
              </a:defRPr>
            </a:lvl1pPr>
          </a:lstStyle>
          <a:p>
            <a:pPr/>
            <a:r>
              <a:t>TODAY</a:t>
            </a:r>
          </a:p>
        </p:txBody>
      </p:sp>
      <p:pic>
        <p:nvPicPr>
          <p:cNvPr id="34" name="Picture 19" descr="Picture 19"/>
          <p:cNvPicPr>
            <a:picLocks noChangeAspect="1"/>
          </p:cNvPicPr>
          <p:nvPr/>
        </p:nvPicPr>
        <p:blipFill>
          <a:blip r:embed="rId3">
            <a:extLst/>
          </a:blip>
          <a:stretch>
            <a:fillRect/>
          </a:stretch>
        </p:blipFill>
        <p:spPr>
          <a:xfrm>
            <a:off x="609600" y="3086116"/>
            <a:ext cx="6781800" cy="4521201"/>
          </a:xfrm>
          <a:prstGeom prst="rect">
            <a:avLst/>
          </a:prstGeom>
          <a:ln w="12700">
            <a:miter lim="400000"/>
          </a:ln>
        </p:spPr>
      </p:pic>
      <p:sp>
        <p:nvSpPr>
          <p:cNvPr id="35" name="Rectangle 8"/>
          <p:cNvSpPr txBox="1"/>
          <p:nvPr/>
        </p:nvSpPr>
        <p:spPr>
          <a:xfrm>
            <a:off x="7856219" y="2647950"/>
            <a:ext cx="6671312" cy="301108"/>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1500">
                <a:solidFill>
                  <a:srgbClr val="087F83"/>
                </a:solidFill>
                <a:latin typeface="Arial"/>
                <a:ea typeface="Arial"/>
                <a:cs typeface="Arial"/>
                <a:sym typeface="Arial"/>
              </a:defRPr>
            </a:lvl1pPr>
          </a:lstStyle>
          <a:p>
            <a:pPr/>
            <a:r>
              <a:t>WITH CARESCRIBE</a:t>
            </a:r>
          </a:p>
        </p:txBody>
      </p:sp>
      <p:pic>
        <p:nvPicPr>
          <p:cNvPr id="36" name="Picture 21" descr="Picture 21"/>
          <p:cNvPicPr>
            <a:picLocks noChangeAspect="1"/>
          </p:cNvPicPr>
          <p:nvPr/>
        </p:nvPicPr>
        <p:blipFill>
          <a:blip r:embed="rId4">
            <a:extLst/>
          </a:blip>
          <a:stretch>
            <a:fillRect/>
          </a:stretch>
        </p:blipFill>
        <p:spPr>
          <a:xfrm>
            <a:off x="7810500" y="3086116"/>
            <a:ext cx="6781800" cy="4521201"/>
          </a:xfrm>
          <a:prstGeom prst="rect">
            <a:avLst/>
          </a:prstGeom>
          <a:ln w="12700">
            <a:miter lim="400000"/>
          </a:ln>
        </p:spPr>
      </p:pic>
      <p:sp>
        <p:nvSpPr>
          <p:cNvPr id="37" name="Rectangle 10"/>
          <p:cNvSpPr txBox="1"/>
          <p:nvPr/>
        </p:nvSpPr>
        <p:spPr>
          <a:xfrm>
            <a:off x="9656711" y="7744374"/>
            <a:ext cx="2766061" cy="387516"/>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2100">
                <a:solidFill>
                  <a:srgbClr val="087F83"/>
                </a:solidFill>
                <a:latin typeface="Arial"/>
                <a:ea typeface="Arial"/>
                <a:cs typeface="Arial"/>
                <a:sym typeface="Arial"/>
              </a:defRPr>
            </a:lvl1pPr>
          </a:lstStyle>
          <a:p>
            <a:pPr/>
            <a:r>
              <a:t>Enter CareScribe</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41" name="Picture 6" descr="Picture 6"/>
          <p:cNvPicPr>
            <a:picLocks noChangeAspect="1"/>
          </p:cNvPicPr>
          <p:nvPr/>
        </p:nvPicPr>
        <p:blipFill>
          <a:blip r:embed="rId3">
            <a:extLst/>
          </a:blip>
          <a:stretch>
            <a:fillRect/>
          </a:stretch>
        </p:blipFill>
        <p:spPr>
          <a:xfrm>
            <a:off x="4048" y="1"/>
            <a:ext cx="15231903" cy="8572501"/>
          </a:xfrm>
          <a:prstGeom prst="rect">
            <a:avLst/>
          </a:prstGeom>
          <a:ln w="12700">
            <a:miter lim="400000"/>
          </a:ln>
        </p:spPr>
      </p:pic>
      <p:sp>
        <p:nvSpPr>
          <p:cNvPr id="42" name="Rectangle 1"/>
          <p:cNvSpPr txBox="1"/>
          <p:nvPr/>
        </p:nvSpPr>
        <p:spPr>
          <a:xfrm>
            <a:off x="833228" y="4131751"/>
            <a:ext cx="1548358" cy="3454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defTabSz="874531">
              <a:defRPr b="1" sz="1700">
                <a:solidFill>
                  <a:srgbClr val="263E55"/>
                </a:solidFill>
                <a:latin typeface="Aptos"/>
                <a:ea typeface="Aptos"/>
                <a:cs typeface="Aptos"/>
                <a:sym typeface="Aptos"/>
              </a:defRPr>
            </a:lvl1pPr>
          </a:lstStyle>
          <a:p>
            <a:pPr/>
            <a:r>
              <a:t>5 min</a:t>
            </a:r>
          </a:p>
        </p:txBody>
      </p:sp>
      <p:sp>
        <p:nvSpPr>
          <p:cNvPr id="43" name="Rectangle 2"/>
          <p:cNvSpPr txBox="1"/>
          <p:nvPr/>
        </p:nvSpPr>
        <p:spPr>
          <a:xfrm>
            <a:off x="3857743" y="4131751"/>
            <a:ext cx="1548359" cy="3454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defTabSz="874531">
              <a:defRPr b="1" sz="1700">
                <a:solidFill>
                  <a:srgbClr val="263E55"/>
                </a:solidFill>
                <a:latin typeface="Aptos"/>
                <a:ea typeface="Aptos"/>
                <a:cs typeface="Aptos"/>
                <a:sym typeface="Aptos"/>
              </a:defRPr>
            </a:lvl1pPr>
          </a:lstStyle>
          <a:p>
            <a:pPr/>
            <a:r>
              <a:t>10 min</a:t>
            </a:r>
          </a:p>
        </p:txBody>
      </p:sp>
      <p:sp>
        <p:nvSpPr>
          <p:cNvPr id="44" name="Rectangle 3"/>
          <p:cNvSpPr txBox="1"/>
          <p:nvPr/>
        </p:nvSpPr>
        <p:spPr>
          <a:xfrm>
            <a:off x="6845821" y="4131751"/>
            <a:ext cx="1548359" cy="3454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defTabSz="874531">
              <a:defRPr b="1" sz="1700">
                <a:solidFill>
                  <a:srgbClr val="263E55"/>
                </a:solidFill>
                <a:latin typeface="Aptos"/>
                <a:ea typeface="Aptos"/>
                <a:cs typeface="Aptos"/>
                <a:sym typeface="Aptos"/>
              </a:defRPr>
            </a:lvl1pPr>
          </a:lstStyle>
          <a:p>
            <a:pPr/>
            <a:r>
              <a:t>20 min</a:t>
            </a:r>
          </a:p>
        </p:txBody>
      </p:sp>
      <p:sp>
        <p:nvSpPr>
          <p:cNvPr id="45" name="Rectangle 4"/>
          <p:cNvSpPr txBox="1"/>
          <p:nvPr/>
        </p:nvSpPr>
        <p:spPr>
          <a:xfrm>
            <a:off x="9833897" y="4131751"/>
            <a:ext cx="1548359" cy="3454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defTabSz="874531">
              <a:defRPr b="1" sz="1700">
                <a:solidFill>
                  <a:srgbClr val="263E55"/>
                </a:solidFill>
                <a:latin typeface="Aptos"/>
                <a:ea typeface="Aptos"/>
                <a:cs typeface="Aptos"/>
                <a:sym typeface="Aptos"/>
              </a:defRPr>
            </a:lvl1pPr>
          </a:lstStyle>
          <a:p>
            <a:pPr/>
            <a:r>
              <a:t>10 min</a:t>
            </a:r>
          </a:p>
        </p:txBody>
      </p:sp>
      <p:sp>
        <p:nvSpPr>
          <p:cNvPr id="46" name="Rectangle 5"/>
          <p:cNvSpPr txBox="1"/>
          <p:nvPr/>
        </p:nvSpPr>
        <p:spPr>
          <a:xfrm>
            <a:off x="12821974" y="4131751"/>
            <a:ext cx="1548359" cy="3454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defTabSz="874531">
              <a:defRPr b="1" sz="1700">
                <a:solidFill>
                  <a:srgbClr val="263E55"/>
                </a:solidFill>
                <a:latin typeface="Aptos"/>
                <a:ea typeface="Aptos"/>
                <a:cs typeface="Aptos"/>
                <a:sym typeface="Aptos"/>
              </a:defRPr>
            </a:lvl1pPr>
          </a:lstStyle>
          <a:p>
            <a:pPr/>
            <a:r>
              <a:t>5 min</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50" name="Picture 18" descr="Picture 18"/>
          <p:cNvPicPr>
            <a:picLocks noChangeAspect="1"/>
          </p:cNvPicPr>
          <p:nvPr/>
        </p:nvPicPr>
        <p:blipFill>
          <a:blip r:embed="rId3">
            <a:extLst/>
          </a:blip>
          <a:stretch>
            <a:fillRect/>
          </a:stretch>
        </p:blipFill>
        <p:spPr>
          <a:xfrm>
            <a:off x="4048" y="1"/>
            <a:ext cx="15231903" cy="8572501"/>
          </a:xfrm>
          <a:prstGeom prst="rect">
            <a:avLst/>
          </a:prstGeom>
          <a:ln w="12700">
            <a:miter lim="400000"/>
          </a:ln>
        </p:spPr>
      </p:pic>
      <p:sp>
        <p:nvSpPr>
          <p:cNvPr id="51" name="Rectangle 1"/>
          <p:cNvSpPr/>
          <p:nvPr/>
        </p:nvSpPr>
        <p:spPr>
          <a:xfrm>
            <a:off x="4048" y="1439379"/>
            <a:ext cx="15231903" cy="974769"/>
          </a:xfrm>
          <a:prstGeom prst="rect">
            <a:avLst/>
          </a:prstGeom>
          <a:solidFill>
            <a:srgbClr val="FFFFFF"/>
          </a:solidFill>
          <a:ln w="12700">
            <a:miter lim="400000"/>
          </a:ln>
        </p:spPr>
        <p:txBody>
          <a:bodyPr lIns="45719" rIns="45719"/>
          <a:lstStyle/>
          <a:p>
            <a:pPr defTabSz="874531">
              <a:defRPr sz="1700">
                <a:latin typeface="Aptos"/>
                <a:ea typeface="Aptos"/>
                <a:cs typeface="Aptos"/>
                <a:sym typeface="Aptos"/>
              </a:defRPr>
            </a:pPr>
          </a:p>
        </p:txBody>
      </p:sp>
      <p:sp>
        <p:nvSpPr>
          <p:cNvPr id="52" name="Straight Connector 2"/>
          <p:cNvSpPr/>
          <p:nvPr/>
        </p:nvSpPr>
        <p:spPr>
          <a:xfrm>
            <a:off x="3720924" y="1694458"/>
            <a:ext cx="7798152" cy="1"/>
          </a:xfrm>
          <a:prstGeom prst="line">
            <a:avLst/>
          </a:prstGeom>
          <a:ln w="19050">
            <a:solidFill>
              <a:srgbClr val="A9C8E5"/>
            </a:solidFill>
          </a:ln>
        </p:spPr>
        <p:txBody>
          <a:bodyPr lIns="45719" rIns="45719"/>
          <a:lstStyle/>
          <a:p>
            <a:pPr/>
          </a:p>
        </p:txBody>
      </p:sp>
      <p:grpSp>
        <p:nvGrpSpPr>
          <p:cNvPr id="55" name="Oval 3"/>
          <p:cNvGrpSpPr/>
          <p:nvPr/>
        </p:nvGrpSpPr>
        <p:grpSpPr>
          <a:xfrm>
            <a:off x="3474954" y="1448488"/>
            <a:ext cx="491941" cy="491942"/>
            <a:chOff x="0" y="0"/>
            <a:chExt cx="491940" cy="491940"/>
          </a:xfrm>
        </p:grpSpPr>
        <p:sp>
          <p:nvSpPr>
            <p:cNvPr id="53" name="Circle"/>
            <p:cNvSpPr/>
            <p:nvPr/>
          </p:nvSpPr>
          <p:spPr>
            <a:xfrm>
              <a:off x="-1" y="-1"/>
              <a:ext cx="491942" cy="491942"/>
            </a:xfrm>
            <a:prstGeom prst="ellipse">
              <a:avLst/>
            </a:prstGeom>
            <a:solidFill>
              <a:srgbClr val="9BC6F7"/>
            </a:solidFill>
            <a:ln w="12700" cap="flat">
              <a:noFill/>
              <a:miter lim="400000"/>
            </a:ln>
            <a:effectLst/>
          </p:spPr>
          <p:txBody>
            <a:bodyPr wrap="square" lIns="45719" tIns="45719" rIns="45719" bIns="45719" numCol="1" anchor="ctr">
              <a:noAutofit/>
            </a:bodyPr>
            <a:lstStyle/>
            <a:p>
              <a:pPr algn="ctr" defTabSz="874531">
                <a:defRPr b="1" sz="2100">
                  <a:solidFill>
                    <a:srgbClr val="FFFFFF"/>
                  </a:solidFill>
                  <a:latin typeface="Aptos"/>
                  <a:ea typeface="Aptos"/>
                  <a:cs typeface="Aptos"/>
                  <a:sym typeface="Aptos"/>
                </a:defRPr>
              </a:pPr>
            </a:p>
          </p:txBody>
        </p:sp>
        <p:sp>
          <p:nvSpPr>
            <p:cNvPr id="54" name="1"/>
            <p:cNvSpPr txBox="1"/>
            <p:nvPr/>
          </p:nvSpPr>
          <p:spPr>
            <a:xfrm>
              <a:off x="117762" y="47849"/>
              <a:ext cx="256415" cy="3962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defTabSz="874531">
                <a:defRPr b="1" sz="2000">
                  <a:solidFill>
                    <a:srgbClr val="FFFFFF"/>
                  </a:solidFill>
                  <a:latin typeface="Aptos"/>
                  <a:ea typeface="Aptos"/>
                  <a:cs typeface="Aptos"/>
                  <a:sym typeface="Aptos"/>
                </a:defRPr>
              </a:lvl1pPr>
            </a:lstStyle>
            <a:p>
              <a:pPr/>
              <a:r>
                <a:t>1</a:t>
              </a:r>
            </a:p>
          </p:txBody>
        </p:sp>
      </p:grpSp>
      <p:sp>
        <p:nvSpPr>
          <p:cNvPr id="56" name="Rectangle 4"/>
          <p:cNvSpPr txBox="1"/>
          <p:nvPr/>
        </p:nvSpPr>
        <p:spPr>
          <a:xfrm>
            <a:off x="2810096" y="1907947"/>
            <a:ext cx="1821659" cy="3200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defTabSz="874531">
              <a:defRPr sz="1500">
                <a:solidFill>
                  <a:srgbClr val="263E55"/>
                </a:solidFill>
                <a:latin typeface="Aptos"/>
                <a:ea typeface="Aptos"/>
                <a:cs typeface="Aptos"/>
                <a:sym typeface="Aptos"/>
              </a:defRPr>
            </a:lvl1pPr>
          </a:lstStyle>
          <a:p>
            <a:pPr/>
            <a:r>
              <a:t>Welcome</a:t>
            </a:r>
          </a:p>
        </p:txBody>
      </p:sp>
      <p:sp>
        <p:nvSpPr>
          <p:cNvPr id="57" name="Rectangle 5"/>
          <p:cNvSpPr txBox="1"/>
          <p:nvPr/>
        </p:nvSpPr>
        <p:spPr>
          <a:xfrm>
            <a:off x="3083396" y="2151987"/>
            <a:ext cx="1275059" cy="269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defTabSz="874531">
              <a:defRPr sz="1200">
                <a:solidFill>
                  <a:srgbClr val="486B91"/>
                </a:solidFill>
                <a:latin typeface="Aptos"/>
                <a:ea typeface="Aptos"/>
                <a:cs typeface="Aptos"/>
                <a:sym typeface="Aptos"/>
              </a:defRPr>
            </a:lvl1pPr>
          </a:lstStyle>
          <a:p>
            <a:pPr/>
            <a:r>
              <a:t>5 min</a:t>
            </a:r>
          </a:p>
        </p:txBody>
      </p:sp>
      <p:grpSp>
        <p:nvGrpSpPr>
          <p:cNvPr id="60" name="Oval 6"/>
          <p:cNvGrpSpPr/>
          <p:nvPr/>
        </p:nvGrpSpPr>
        <p:grpSpPr>
          <a:xfrm>
            <a:off x="5424492" y="1448488"/>
            <a:ext cx="491941" cy="491942"/>
            <a:chOff x="0" y="0"/>
            <a:chExt cx="491940" cy="491940"/>
          </a:xfrm>
        </p:grpSpPr>
        <p:sp>
          <p:nvSpPr>
            <p:cNvPr id="58" name="Circle"/>
            <p:cNvSpPr/>
            <p:nvPr/>
          </p:nvSpPr>
          <p:spPr>
            <a:xfrm>
              <a:off x="-1" y="-1"/>
              <a:ext cx="491942" cy="491942"/>
            </a:xfrm>
            <a:prstGeom prst="ellipse">
              <a:avLst/>
            </a:prstGeom>
            <a:solidFill>
              <a:srgbClr val="77A78F"/>
            </a:solidFill>
            <a:ln w="12700" cap="flat">
              <a:noFill/>
              <a:miter lim="400000"/>
            </a:ln>
            <a:effectLst/>
          </p:spPr>
          <p:txBody>
            <a:bodyPr wrap="square" lIns="45719" tIns="45719" rIns="45719" bIns="45719" numCol="1" anchor="ctr">
              <a:noAutofit/>
            </a:bodyPr>
            <a:lstStyle/>
            <a:p>
              <a:pPr algn="ctr" defTabSz="874531">
                <a:defRPr b="1" sz="2100">
                  <a:solidFill>
                    <a:srgbClr val="FFFFFF"/>
                  </a:solidFill>
                  <a:latin typeface="Aptos"/>
                  <a:ea typeface="Aptos"/>
                  <a:cs typeface="Aptos"/>
                  <a:sym typeface="Aptos"/>
                </a:defRPr>
              </a:pPr>
            </a:p>
          </p:txBody>
        </p:sp>
        <p:sp>
          <p:nvSpPr>
            <p:cNvPr id="59" name="2"/>
            <p:cNvSpPr txBox="1"/>
            <p:nvPr/>
          </p:nvSpPr>
          <p:spPr>
            <a:xfrm>
              <a:off x="117762" y="47849"/>
              <a:ext cx="256415" cy="3962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defTabSz="874531">
                <a:defRPr b="1" sz="2000">
                  <a:solidFill>
                    <a:srgbClr val="FFFFFF"/>
                  </a:solidFill>
                  <a:latin typeface="Aptos"/>
                  <a:ea typeface="Aptos"/>
                  <a:cs typeface="Aptos"/>
                  <a:sym typeface="Aptos"/>
                </a:defRPr>
              </a:lvl1pPr>
            </a:lstStyle>
            <a:p>
              <a:pPr/>
              <a:r>
                <a:t>2</a:t>
              </a:r>
            </a:p>
          </p:txBody>
        </p:sp>
      </p:grpSp>
      <p:sp>
        <p:nvSpPr>
          <p:cNvPr id="61" name="Rectangle 7"/>
          <p:cNvSpPr txBox="1"/>
          <p:nvPr/>
        </p:nvSpPr>
        <p:spPr>
          <a:xfrm>
            <a:off x="4759633" y="1907947"/>
            <a:ext cx="1821659" cy="3200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defTabSz="874531">
              <a:defRPr b="1" sz="1500">
                <a:solidFill>
                  <a:srgbClr val="263E55"/>
                </a:solidFill>
                <a:latin typeface="Aptos"/>
                <a:ea typeface="Aptos"/>
                <a:cs typeface="Aptos"/>
                <a:sym typeface="Aptos"/>
              </a:defRPr>
            </a:lvl1pPr>
          </a:lstStyle>
          <a:p>
            <a:pPr/>
            <a:r>
              <a:t>History</a:t>
            </a:r>
          </a:p>
        </p:txBody>
      </p:sp>
      <p:sp>
        <p:nvSpPr>
          <p:cNvPr id="62" name="Rectangle 8"/>
          <p:cNvSpPr txBox="1"/>
          <p:nvPr/>
        </p:nvSpPr>
        <p:spPr>
          <a:xfrm>
            <a:off x="5032933" y="2151987"/>
            <a:ext cx="1275059" cy="269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defTabSz="874531">
              <a:defRPr sz="1200">
                <a:solidFill>
                  <a:srgbClr val="486B91"/>
                </a:solidFill>
                <a:latin typeface="Aptos"/>
                <a:ea typeface="Aptos"/>
                <a:cs typeface="Aptos"/>
                <a:sym typeface="Aptos"/>
              </a:defRPr>
            </a:lvl1pPr>
          </a:lstStyle>
          <a:p>
            <a:pPr/>
            <a:r>
              <a:t>10 min</a:t>
            </a:r>
          </a:p>
        </p:txBody>
      </p:sp>
      <p:grpSp>
        <p:nvGrpSpPr>
          <p:cNvPr id="65" name="Oval 9"/>
          <p:cNvGrpSpPr/>
          <p:nvPr/>
        </p:nvGrpSpPr>
        <p:grpSpPr>
          <a:xfrm>
            <a:off x="7374031" y="1448488"/>
            <a:ext cx="491941" cy="491942"/>
            <a:chOff x="0" y="0"/>
            <a:chExt cx="491940" cy="491940"/>
          </a:xfrm>
        </p:grpSpPr>
        <p:sp>
          <p:nvSpPr>
            <p:cNvPr id="63" name="Circle"/>
            <p:cNvSpPr/>
            <p:nvPr/>
          </p:nvSpPr>
          <p:spPr>
            <a:xfrm>
              <a:off x="-1" y="-1"/>
              <a:ext cx="491942" cy="491942"/>
            </a:xfrm>
            <a:prstGeom prst="ellipse">
              <a:avLst/>
            </a:prstGeom>
            <a:solidFill>
              <a:srgbClr val="FFBE6B"/>
            </a:solidFill>
            <a:ln w="12700" cap="flat">
              <a:noFill/>
              <a:miter lim="400000"/>
            </a:ln>
            <a:effectLst/>
          </p:spPr>
          <p:txBody>
            <a:bodyPr wrap="square" lIns="45719" tIns="45719" rIns="45719" bIns="45719" numCol="1" anchor="ctr">
              <a:noAutofit/>
            </a:bodyPr>
            <a:lstStyle/>
            <a:p>
              <a:pPr algn="ctr" defTabSz="874531">
                <a:defRPr b="1" sz="2100">
                  <a:solidFill>
                    <a:srgbClr val="FFFFFF"/>
                  </a:solidFill>
                  <a:latin typeface="Aptos"/>
                  <a:ea typeface="Aptos"/>
                  <a:cs typeface="Aptos"/>
                  <a:sym typeface="Aptos"/>
                </a:defRPr>
              </a:pPr>
            </a:p>
          </p:txBody>
        </p:sp>
        <p:sp>
          <p:nvSpPr>
            <p:cNvPr id="64" name="3"/>
            <p:cNvSpPr txBox="1"/>
            <p:nvPr/>
          </p:nvSpPr>
          <p:spPr>
            <a:xfrm>
              <a:off x="117762" y="47849"/>
              <a:ext cx="256415" cy="3962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defTabSz="874531">
                <a:defRPr b="1" sz="2000">
                  <a:solidFill>
                    <a:srgbClr val="FFFFFF"/>
                  </a:solidFill>
                  <a:latin typeface="Aptos"/>
                  <a:ea typeface="Aptos"/>
                  <a:cs typeface="Aptos"/>
                  <a:sym typeface="Aptos"/>
                </a:defRPr>
              </a:lvl1pPr>
            </a:lstStyle>
            <a:p>
              <a:pPr/>
              <a:r>
                <a:t>3</a:t>
              </a:r>
            </a:p>
          </p:txBody>
        </p:sp>
      </p:grpSp>
      <p:sp>
        <p:nvSpPr>
          <p:cNvPr id="66" name="Rectangle 10"/>
          <p:cNvSpPr txBox="1"/>
          <p:nvPr/>
        </p:nvSpPr>
        <p:spPr>
          <a:xfrm>
            <a:off x="6709170" y="1907947"/>
            <a:ext cx="1821659" cy="3200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defTabSz="874531">
              <a:defRPr sz="1500">
                <a:solidFill>
                  <a:srgbClr val="263E55"/>
                </a:solidFill>
                <a:latin typeface="Aptos"/>
                <a:ea typeface="Aptos"/>
                <a:cs typeface="Aptos"/>
                <a:sym typeface="Aptos"/>
              </a:defRPr>
            </a:lvl1pPr>
          </a:lstStyle>
          <a:p>
            <a:pPr/>
            <a:r>
              <a:t>Evaluation</a:t>
            </a:r>
          </a:p>
        </p:txBody>
      </p:sp>
      <p:sp>
        <p:nvSpPr>
          <p:cNvPr id="67" name="Rectangle 11"/>
          <p:cNvSpPr txBox="1"/>
          <p:nvPr/>
        </p:nvSpPr>
        <p:spPr>
          <a:xfrm>
            <a:off x="6982471" y="2151987"/>
            <a:ext cx="1275059" cy="269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defTabSz="874531">
              <a:defRPr sz="1200">
                <a:solidFill>
                  <a:srgbClr val="486B91"/>
                </a:solidFill>
                <a:latin typeface="Aptos"/>
                <a:ea typeface="Aptos"/>
                <a:cs typeface="Aptos"/>
                <a:sym typeface="Aptos"/>
              </a:defRPr>
            </a:lvl1pPr>
          </a:lstStyle>
          <a:p>
            <a:pPr/>
            <a:r>
              <a:t>20 min</a:t>
            </a:r>
          </a:p>
        </p:txBody>
      </p:sp>
      <p:grpSp>
        <p:nvGrpSpPr>
          <p:cNvPr id="70" name="Oval 12"/>
          <p:cNvGrpSpPr/>
          <p:nvPr/>
        </p:nvGrpSpPr>
        <p:grpSpPr>
          <a:xfrm>
            <a:off x="9323568" y="1448488"/>
            <a:ext cx="491941" cy="491942"/>
            <a:chOff x="0" y="0"/>
            <a:chExt cx="491940" cy="491940"/>
          </a:xfrm>
        </p:grpSpPr>
        <p:sp>
          <p:nvSpPr>
            <p:cNvPr id="68" name="Circle"/>
            <p:cNvSpPr/>
            <p:nvPr/>
          </p:nvSpPr>
          <p:spPr>
            <a:xfrm>
              <a:off x="-1" y="-1"/>
              <a:ext cx="491942" cy="491942"/>
            </a:xfrm>
            <a:prstGeom prst="ellipse">
              <a:avLst/>
            </a:prstGeom>
            <a:solidFill>
              <a:srgbClr val="A779A9"/>
            </a:solidFill>
            <a:ln w="12700" cap="flat">
              <a:noFill/>
              <a:miter lim="400000"/>
            </a:ln>
            <a:effectLst/>
          </p:spPr>
          <p:txBody>
            <a:bodyPr wrap="square" lIns="45719" tIns="45719" rIns="45719" bIns="45719" numCol="1" anchor="ctr">
              <a:noAutofit/>
            </a:bodyPr>
            <a:lstStyle/>
            <a:p>
              <a:pPr algn="ctr" defTabSz="874531">
                <a:defRPr b="1" sz="2100">
                  <a:solidFill>
                    <a:srgbClr val="FFFFFF"/>
                  </a:solidFill>
                  <a:latin typeface="Aptos"/>
                  <a:ea typeface="Aptos"/>
                  <a:cs typeface="Aptos"/>
                  <a:sym typeface="Aptos"/>
                </a:defRPr>
              </a:pPr>
            </a:p>
          </p:txBody>
        </p:sp>
        <p:sp>
          <p:nvSpPr>
            <p:cNvPr id="69" name="4"/>
            <p:cNvSpPr txBox="1"/>
            <p:nvPr/>
          </p:nvSpPr>
          <p:spPr>
            <a:xfrm>
              <a:off x="117762" y="47849"/>
              <a:ext cx="256415" cy="3962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defTabSz="874531">
                <a:defRPr b="1" sz="2000">
                  <a:solidFill>
                    <a:srgbClr val="FFFFFF"/>
                  </a:solidFill>
                  <a:latin typeface="Aptos"/>
                  <a:ea typeface="Aptos"/>
                  <a:cs typeface="Aptos"/>
                  <a:sym typeface="Aptos"/>
                </a:defRPr>
              </a:lvl1pPr>
            </a:lstStyle>
            <a:p>
              <a:pPr/>
              <a:r>
                <a:t>4</a:t>
              </a:r>
            </a:p>
          </p:txBody>
        </p:sp>
      </p:grpSp>
      <p:sp>
        <p:nvSpPr>
          <p:cNvPr id="71" name="Rectangle 13"/>
          <p:cNvSpPr txBox="1"/>
          <p:nvPr/>
        </p:nvSpPr>
        <p:spPr>
          <a:xfrm>
            <a:off x="8658709" y="1907947"/>
            <a:ext cx="1821658" cy="3200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defTabSz="874531">
              <a:defRPr sz="1500">
                <a:solidFill>
                  <a:srgbClr val="263E55"/>
                </a:solidFill>
                <a:latin typeface="Aptos"/>
                <a:ea typeface="Aptos"/>
                <a:cs typeface="Aptos"/>
                <a:sym typeface="Aptos"/>
              </a:defRPr>
            </a:lvl1pPr>
          </a:lstStyle>
          <a:p>
            <a:pPr/>
            <a:r>
              <a:t>Review Results</a:t>
            </a:r>
          </a:p>
        </p:txBody>
      </p:sp>
      <p:sp>
        <p:nvSpPr>
          <p:cNvPr id="72" name="Rectangle 14"/>
          <p:cNvSpPr txBox="1"/>
          <p:nvPr/>
        </p:nvSpPr>
        <p:spPr>
          <a:xfrm>
            <a:off x="8932009" y="2151987"/>
            <a:ext cx="1275059" cy="269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defTabSz="874531">
              <a:defRPr sz="1200">
                <a:solidFill>
                  <a:srgbClr val="486B91"/>
                </a:solidFill>
                <a:latin typeface="Aptos"/>
                <a:ea typeface="Aptos"/>
                <a:cs typeface="Aptos"/>
                <a:sym typeface="Aptos"/>
              </a:defRPr>
            </a:lvl1pPr>
          </a:lstStyle>
          <a:p>
            <a:pPr/>
            <a:r>
              <a:t>10 min</a:t>
            </a:r>
          </a:p>
        </p:txBody>
      </p:sp>
      <p:grpSp>
        <p:nvGrpSpPr>
          <p:cNvPr id="75" name="Oval 15"/>
          <p:cNvGrpSpPr/>
          <p:nvPr/>
        </p:nvGrpSpPr>
        <p:grpSpPr>
          <a:xfrm>
            <a:off x="11273105" y="1448488"/>
            <a:ext cx="491941" cy="491942"/>
            <a:chOff x="0" y="0"/>
            <a:chExt cx="491940" cy="491940"/>
          </a:xfrm>
        </p:grpSpPr>
        <p:sp>
          <p:nvSpPr>
            <p:cNvPr id="73" name="Circle"/>
            <p:cNvSpPr/>
            <p:nvPr/>
          </p:nvSpPr>
          <p:spPr>
            <a:xfrm>
              <a:off x="-1" y="-1"/>
              <a:ext cx="491942" cy="491942"/>
            </a:xfrm>
            <a:prstGeom prst="ellipse">
              <a:avLst/>
            </a:prstGeom>
            <a:solidFill>
              <a:srgbClr val="E37E77"/>
            </a:solidFill>
            <a:ln w="12700" cap="flat">
              <a:noFill/>
              <a:miter lim="400000"/>
            </a:ln>
            <a:effectLst/>
          </p:spPr>
          <p:txBody>
            <a:bodyPr wrap="square" lIns="45719" tIns="45719" rIns="45719" bIns="45719" numCol="1" anchor="ctr">
              <a:noAutofit/>
            </a:bodyPr>
            <a:lstStyle/>
            <a:p>
              <a:pPr algn="ctr" defTabSz="874531">
                <a:defRPr b="1" sz="2100">
                  <a:solidFill>
                    <a:srgbClr val="FFFFFF"/>
                  </a:solidFill>
                  <a:latin typeface="Aptos"/>
                  <a:ea typeface="Aptos"/>
                  <a:cs typeface="Aptos"/>
                  <a:sym typeface="Aptos"/>
                </a:defRPr>
              </a:pPr>
            </a:p>
          </p:txBody>
        </p:sp>
        <p:sp>
          <p:nvSpPr>
            <p:cNvPr id="74" name="5"/>
            <p:cNvSpPr txBox="1"/>
            <p:nvPr/>
          </p:nvSpPr>
          <p:spPr>
            <a:xfrm>
              <a:off x="117762" y="47849"/>
              <a:ext cx="256415" cy="3962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defTabSz="874531">
                <a:defRPr b="1" sz="2000">
                  <a:solidFill>
                    <a:srgbClr val="FFFFFF"/>
                  </a:solidFill>
                  <a:latin typeface="Aptos"/>
                  <a:ea typeface="Aptos"/>
                  <a:cs typeface="Aptos"/>
                  <a:sym typeface="Aptos"/>
                </a:defRPr>
              </a:lvl1pPr>
            </a:lstStyle>
            <a:p>
              <a:pPr/>
              <a:r>
                <a:t>5</a:t>
              </a:r>
            </a:p>
          </p:txBody>
        </p:sp>
      </p:grpSp>
      <p:sp>
        <p:nvSpPr>
          <p:cNvPr id="76" name="Rectangle 16"/>
          <p:cNvSpPr txBox="1"/>
          <p:nvPr/>
        </p:nvSpPr>
        <p:spPr>
          <a:xfrm>
            <a:off x="10608245" y="1907947"/>
            <a:ext cx="1821659" cy="3200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defTabSz="874531">
              <a:defRPr sz="1500">
                <a:solidFill>
                  <a:srgbClr val="263E55"/>
                </a:solidFill>
                <a:latin typeface="Aptos"/>
                <a:ea typeface="Aptos"/>
                <a:cs typeface="Aptos"/>
                <a:sym typeface="Aptos"/>
              </a:defRPr>
            </a:lvl1pPr>
          </a:lstStyle>
          <a:p>
            <a:pPr/>
            <a:r>
              <a:t>Next Steps</a:t>
            </a:r>
          </a:p>
        </p:txBody>
      </p:sp>
      <p:sp>
        <p:nvSpPr>
          <p:cNvPr id="77" name="Rectangle 17"/>
          <p:cNvSpPr txBox="1"/>
          <p:nvPr/>
        </p:nvSpPr>
        <p:spPr>
          <a:xfrm>
            <a:off x="10881546" y="2151987"/>
            <a:ext cx="1275059" cy="269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defTabSz="874531">
              <a:defRPr sz="1200">
                <a:solidFill>
                  <a:srgbClr val="486B91"/>
                </a:solidFill>
                <a:latin typeface="Aptos"/>
                <a:ea typeface="Aptos"/>
                <a:cs typeface="Aptos"/>
                <a:sym typeface="Aptos"/>
              </a:defRPr>
            </a:lvl1pPr>
          </a:lstStyle>
          <a:p>
            <a:pPr/>
            <a:r>
              <a:t>5 min</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81" name="Picture 18" descr="Picture 18"/>
          <p:cNvPicPr>
            <a:picLocks noChangeAspect="1"/>
          </p:cNvPicPr>
          <p:nvPr/>
        </p:nvPicPr>
        <p:blipFill>
          <a:blip r:embed="rId3">
            <a:extLst/>
          </a:blip>
          <a:stretch>
            <a:fillRect/>
          </a:stretch>
        </p:blipFill>
        <p:spPr>
          <a:xfrm>
            <a:off x="4048" y="1"/>
            <a:ext cx="15231903" cy="8572501"/>
          </a:xfrm>
          <a:prstGeom prst="rect">
            <a:avLst/>
          </a:prstGeom>
          <a:ln w="12700">
            <a:miter lim="400000"/>
          </a:ln>
        </p:spPr>
      </p:pic>
      <p:sp>
        <p:nvSpPr>
          <p:cNvPr id="82" name="Rectangle 1"/>
          <p:cNvSpPr/>
          <p:nvPr/>
        </p:nvSpPr>
        <p:spPr>
          <a:xfrm>
            <a:off x="4048" y="1439379"/>
            <a:ext cx="15231903" cy="974769"/>
          </a:xfrm>
          <a:prstGeom prst="rect">
            <a:avLst/>
          </a:prstGeom>
          <a:solidFill>
            <a:srgbClr val="FFFFFF"/>
          </a:solidFill>
          <a:ln w="12700">
            <a:miter lim="400000"/>
          </a:ln>
        </p:spPr>
        <p:txBody>
          <a:bodyPr lIns="45719" rIns="45719"/>
          <a:lstStyle/>
          <a:p>
            <a:pPr defTabSz="874531">
              <a:defRPr sz="1700">
                <a:latin typeface="Aptos"/>
                <a:ea typeface="Aptos"/>
                <a:cs typeface="Aptos"/>
                <a:sym typeface="Aptos"/>
              </a:defRPr>
            </a:pPr>
          </a:p>
        </p:txBody>
      </p:sp>
      <p:sp>
        <p:nvSpPr>
          <p:cNvPr id="83" name="Straight Connector 2"/>
          <p:cNvSpPr/>
          <p:nvPr/>
        </p:nvSpPr>
        <p:spPr>
          <a:xfrm>
            <a:off x="3720924" y="1694458"/>
            <a:ext cx="7798152" cy="1"/>
          </a:xfrm>
          <a:prstGeom prst="line">
            <a:avLst/>
          </a:prstGeom>
          <a:ln w="19050">
            <a:solidFill>
              <a:srgbClr val="A9C8E5"/>
            </a:solidFill>
          </a:ln>
        </p:spPr>
        <p:txBody>
          <a:bodyPr lIns="45719" rIns="45719"/>
          <a:lstStyle/>
          <a:p>
            <a:pPr/>
          </a:p>
        </p:txBody>
      </p:sp>
      <p:grpSp>
        <p:nvGrpSpPr>
          <p:cNvPr id="86" name="Oval 3"/>
          <p:cNvGrpSpPr/>
          <p:nvPr/>
        </p:nvGrpSpPr>
        <p:grpSpPr>
          <a:xfrm>
            <a:off x="3474954" y="1448488"/>
            <a:ext cx="491941" cy="491942"/>
            <a:chOff x="0" y="0"/>
            <a:chExt cx="491940" cy="491940"/>
          </a:xfrm>
        </p:grpSpPr>
        <p:sp>
          <p:nvSpPr>
            <p:cNvPr id="84" name="Circle"/>
            <p:cNvSpPr/>
            <p:nvPr/>
          </p:nvSpPr>
          <p:spPr>
            <a:xfrm>
              <a:off x="-1" y="-1"/>
              <a:ext cx="491942" cy="491942"/>
            </a:xfrm>
            <a:prstGeom prst="ellipse">
              <a:avLst/>
            </a:prstGeom>
            <a:solidFill>
              <a:srgbClr val="9BC6F7"/>
            </a:solidFill>
            <a:ln w="12700" cap="flat">
              <a:noFill/>
              <a:miter lim="400000"/>
            </a:ln>
            <a:effectLst/>
          </p:spPr>
          <p:txBody>
            <a:bodyPr wrap="square" lIns="45719" tIns="45719" rIns="45719" bIns="45719" numCol="1" anchor="ctr">
              <a:noAutofit/>
            </a:bodyPr>
            <a:lstStyle/>
            <a:p>
              <a:pPr algn="ctr" defTabSz="874531">
                <a:defRPr b="1" sz="2100">
                  <a:solidFill>
                    <a:srgbClr val="FFFFFF"/>
                  </a:solidFill>
                  <a:latin typeface="Aptos"/>
                  <a:ea typeface="Aptos"/>
                  <a:cs typeface="Aptos"/>
                  <a:sym typeface="Aptos"/>
                </a:defRPr>
              </a:pPr>
            </a:p>
          </p:txBody>
        </p:sp>
        <p:sp>
          <p:nvSpPr>
            <p:cNvPr id="85" name="1"/>
            <p:cNvSpPr txBox="1"/>
            <p:nvPr/>
          </p:nvSpPr>
          <p:spPr>
            <a:xfrm>
              <a:off x="117762" y="47849"/>
              <a:ext cx="256415" cy="3962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defTabSz="874531">
                <a:defRPr b="1" sz="2000">
                  <a:solidFill>
                    <a:srgbClr val="FFFFFF"/>
                  </a:solidFill>
                  <a:latin typeface="Aptos"/>
                  <a:ea typeface="Aptos"/>
                  <a:cs typeface="Aptos"/>
                  <a:sym typeface="Aptos"/>
                </a:defRPr>
              </a:lvl1pPr>
            </a:lstStyle>
            <a:p>
              <a:pPr/>
              <a:r>
                <a:t>1</a:t>
              </a:r>
            </a:p>
          </p:txBody>
        </p:sp>
      </p:grpSp>
      <p:sp>
        <p:nvSpPr>
          <p:cNvPr id="87" name="Rectangle 4"/>
          <p:cNvSpPr txBox="1"/>
          <p:nvPr/>
        </p:nvSpPr>
        <p:spPr>
          <a:xfrm>
            <a:off x="2810096" y="1907947"/>
            <a:ext cx="1821659" cy="3200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defTabSz="874531">
              <a:defRPr sz="1500">
                <a:solidFill>
                  <a:srgbClr val="263E55"/>
                </a:solidFill>
                <a:latin typeface="Aptos"/>
                <a:ea typeface="Aptos"/>
                <a:cs typeface="Aptos"/>
                <a:sym typeface="Aptos"/>
              </a:defRPr>
            </a:lvl1pPr>
          </a:lstStyle>
          <a:p>
            <a:pPr/>
            <a:r>
              <a:t>Welcome</a:t>
            </a:r>
          </a:p>
        </p:txBody>
      </p:sp>
      <p:sp>
        <p:nvSpPr>
          <p:cNvPr id="88" name="Rectangle 5"/>
          <p:cNvSpPr txBox="1"/>
          <p:nvPr/>
        </p:nvSpPr>
        <p:spPr>
          <a:xfrm>
            <a:off x="3083396" y="2151987"/>
            <a:ext cx="1275059" cy="269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defTabSz="874531">
              <a:defRPr sz="1200">
                <a:solidFill>
                  <a:srgbClr val="486B91"/>
                </a:solidFill>
                <a:latin typeface="Aptos"/>
                <a:ea typeface="Aptos"/>
                <a:cs typeface="Aptos"/>
                <a:sym typeface="Aptos"/>
              </a:defRPr>
            </a:lvl1pPr>
          </a:lstStyle>
          <a:p>
            <a:pPr/>
            <a:r>
              <a:t>5 min</a:t>
            </a:r>
          </a:p>
        </p:txBody>
      </p:sp>
      <p:grpSp>
        <p:nvGrpSpPr>
          <p:cNvPr id="91" name="Oval 6"/>
          <p:cNvGrpSpPr/>
          <p:nvPr/>
        </p:nvGrpSpPr>
        <p:grpSpPr>
          <a:xfrm>
            <a:off x="5424492" y="1448488"/>
            <a:ext cx="491941" cy="491942"/>
            <a:chOff x="0" y="0"/>
            <a:chExt cx="491940" cy="491940"/>
          </a:xfrm>
        </p:grpSpPr>
        <p:sp>
          <p:nvSpPr>
            <p:cNvPr id="89" name="Circle"/>
            <p:cNvSpPr/>
            <p:nvPr/>
          </p:nvSpPr>
          <p:spPr>
            <a:xfrm>
              <a:off x="-1" y="-1"/>
              <a:ext cx="491942" cy="491942"/>
            </a:xfrm>
            <a:prstGeom prst="ellipse">
              <a:avLst/>
            </a:prstGeom>
            <a:solidFill>
              <a:srgbClr val="77A78F"/>
            </a:solidFill>
            <a:ln w="12700" cap="flat">
              <a:noFill/>
              <a:miter lim="400000"/>
            </a:ln>
            <a:effectLst/>
          </p:spPr>
          <p:txBody>
            <a:bodyPr wrap="square" lIns="45719" tIns="45719" rIns="45719" bIns="45719" numCol="1" anchor="ctr">
              <a:noAutofit/>
            </a:bodyPr>
            <a:lstStyle/>
            <a:p>
              <a:pPr algn="ctr" defTabSz="874531">
                <a:defRPr b="1" sz="2100">
                  <a:solidFill>
                    <a:srgbClr val="FFFFFF"/>
                  </a:solidFill>
                  <a:latin typeface="Aptos"/>
                  <a:ea typeface="Aptos"/>
                  <a:cs typeface="Aptos"/>
                  <a:sym typeface="Aptos"/>
                </a:defRPr>
              </a:pPr>
            </a:p>
          </p:txBody>
        </p:sp>
        <p:sp>
          <p:nvSpPr>
            <p:cNvPr id="90" name="2"/>
            <p:cNvSpPr txBox="1"/>
            <p:nvPr/>
          </p:nvSpPr>
          <p:spPr>
            <a:xfrm>
              <a:off x="117762" y="47849"/>
              <a:ext cx="256415" cy="3962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defTabSz="874531">
                <a:defRPr b="1" sz="2000">
                  <a:solidFill>
                    <a:srgbClr val="FFFFFF"/>
                  </a:solidFill>
                  <a:latin typeface="Aptos"/>
                  <a:ea typeface="Aptos"/>
                  <a:cs typeface="Aptos"/>
                  <a:sym typeface="Aptos"/>
                </a:defRPr>
              </a:lvl1pPr>
            </a:lstStyle>
            <a:p>
              <a:pPr/>
              <a:r>
                <a:t>2</a:t>
              </a:r>
            </a:p>
          </p:txBody>
        </p:sp>
      </p:grpSp>
      <p:sp>
        <p:nvSpPr>
          <p:cNvPr id="92" name="Rectangle 7"/>
          <p:cNvSpPr txBox="1"/>
          <p:nvPr/>
        </p:nvSpPr>
        <p:spPr>
          <a:xfrm>
            <a:off x="4759633" y="1907947"/>
            <a:ext cx="1821659" cy="3200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defTabSz="874531">
              <a:defRPr sz="1500">
                <a:solidFill>
                  <a:srgbClr val="263E55"/>
                </a:solidFill>
                <a:latin typeface="Aptos"/>
                <a:ea typeface="Aptos"/>
                <a:cs typeface="Aptos"/>
                <a:sym typeface="Aptos"/>
              </a:defRPr>
            </a:lvl1pPr>
          </a:lstStyle>
          <a:p>
            <a:pPr/>
            <a:r>
              <a:t>History</a:t>
            </a:r>
          </a:p>
        </p:txBody>
      </p:sp>
      <p:sp>
        <p:nvSpPr>
          <p:cNvPr id="93" name="Rectangle 8"/>
          <p:cNvSpPr txBox="1"/>
          <p:nvPr/>
        </p:nvSpPr>
        <p:spPr>
          <a:xfrm>
            <a:off x="5032933" y="2151987"/>
            <a:ext cx="1275059" cy="269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defTabSz="874531">
              <a:defRPr sz="1200">
                <a:solidFill>
                  <a:srgbClr val="486B91"/>
                </a:solidFill>
                <a:latin typeface="Aptos"/>
                <a:ea typeface="Aptos"/>
                <a:cs typeface="Aptos"/>
                <a:sym typeface="Aptos"/>
              </a:defRPr>
            </a:lvl1pPr>
          </a:lstStyle>
          <a:p>
            <a:pPr/>
            <a:r>
              <a:t>10 min</a:t>
            </a:r>
          </a:p>
        </p:txBody>
      </p:sp>
      <p:grpSp>
        <p:nvGrpSpPr>
          <p:cNvPr id="96" name="Oval 9"/>
          <p:cNvGrpSpPr/>
          <p:nvPr/>
        </p:nvGrpSpPr>
        <p:grpSpPr>
          <a:xfrm>
            <a:off x="7374031" y="1448488"/>
            <a:ext cx="491941" cy="491942"/>
            <a:chOff x="0" y="0"/>
            <a:chExt cx="491940" cy="491940"/>
          </a:xfrm>
        </p:grpSpPr>
        <p:sp>
          <p:nvSpPr>
            <p:cNvPr id="94" name="Circle"/>
            <p:cNvSpPr/>
            <p:nvPr/>
          </p:nvSpPr>
          <p:spPr>
            <a:xfrm>
              <a:off x="-1" y="-1"/>
              <a:ext cx="491942" cy="491942"/>
            </a:xfrm>
            <a:prstGeom prst="ellipse">
              <a:avLst/>
            </a:prstGeom>
            <a:solidFill>
              <a:srgbClr val="FFBE6B"/>
            </a:solidFill>
            <a:ln w="12700" cap="flat">
              <a:noFill/>
              <a:miter lim="400000"/>
            </a:ln>
            <a:effectLst/>
          </p:spPr>
          <p:txBody>
            <a:bodyPr wrap="square" lIns="45719" tIns="45719" rIns="45719" bIns="45719" numCol="1" anchor="ctr">
              <a:noAutofit/>
            </a:bodyPr>
            <a:lstStyle/>
            <a:p>
              <a:pPr algn="ctr" defTabSz="874531">
                <a:defRPr b="1" sz="2100">
                  <a:solidFill>
                    <a:srgbClr val="FFFFFF"/>
                  </a:solidFill>
                  <a:latin typeface="Aptos"/>
                  <a:ea typeface="Aptos"/>
                  <a:cs typeface="Aptos"/>
                  <a:sym typeface="Aptos"/>
                </a:defRPr>
              </a:pPr>
            </a:p>
          </p:txBody>
        </p:sp>
        <p:sp>
          <p:nvSpPr>
            <p:cNvPr id="95" name="3"/>
            <p:cNvSpPr txBox="1"/>
            <p:nvPr/>
          </p:nvSpPr>
          <p:spPr>
            <a:xfrm>
              <a:off x="117762" y="47849"/>
              <a:ext cx="256415" cy="3962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defTabSz="874531">
                <a:defRPr b="1" sz="2000">
                  <a:solidFill>
                    <a:srgbClr val="FFFFFF"/>
                  </a:solidFill>
                  <a:latin typeface="Aptos"/>
                  <a:ea typeface="Aptos"/>
                  <a:cs typeface="Aptos"/>
                  <a:sym typeface="Aptos"/>
                </a:defRPr>
              </a:lvl1pPr>
            </a:lstStyle>
            <a:p>
              <a:pPr/>
              <a:r>
                <a:t>3</a:t>
              </a:r>
            </a:p>
          </p:txBody>
        </p:sp>
      </p:grpSp>
      <p:sp>
        <p:nvSpPr>
          <p:cNvPr id="97" name="Rectangle 10"/>
          <p:cNvSpPr txBox="1"/>
          <p:nvPr/>
        </p:nvSpPr>
        <p:spPr>
          <a:xfrm>
            <a:off x="6709170" y="1907947"/>
            <a:ext cx="1821659" cy="3200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defTabSz="874531">
              <a:defRPr b="1" sz="1500">
                <a:solidFill>
                  <a:srgbClr val="263E55"/>
                </a:solidFill>
                <a:latin typeface="Aptos"/>
                <a:ea typeface="Aptos"/>
                <a:cs typeface="Aptos"/>
                <a:sym typeface="Aptos"/>
              </a:defRPr>
            </a:lvl1pPr>
          </a:lstStyle>
          <a:p>
            <a:pPr/>
            <a:r>
              <a:t>Evaluation</a:t>
            </a:r>
          </a:p>
        </p:txBody>
      </p:sp>
      <p:sp>
        <p:nvSpPr>
          <p:cNvPr id="98" name="Rectangle 11"/>
          <p:cNvSpPr txBox="1"/>
          <p:nvPr/>
        </p:nvSpPr>
        <p:spPr>
          <a:xfrm>
            <a:off x="6982471" y="2151987"/>
            <a:ext cx="1275059" cy="269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defTabSz="874531">
              <a:defRPr sz="1200">
                <a:solidFill>
                  <a:srgbClr val="486B91"/>
                </a:solidFill>
                <a:latin typeface="Aptos"/>
                <a:ea typeface="Aptos"/>
                <a:cs typeface="Aptos"/>
                <a:sym typeface="Aptos"/>
              </a:defRPr>
            </a:lvl1pPr>
          </a:lstStyle>
          <a:p>
            <a:pPr/>
            <a:r>
              <a:t>20 min</a:t>
            </a:r>
          </a:p>
        </p:txBody>
      </p:sp>
      <p:grpSp>
        <p:nvGrpSpPr>
          <p:cNvPr id="101" name="Oval 12"/>
          <p:cNvGrpSpPr/>
          <p:nvPr/>
        </p:nvGrpSpPr>
        <p:grpSpPr>
          <a:xfrm>
            <a:off x="9323568" y="1448488"/>
            <a:ext cx="491941" cy="491942"/>
            <a:chOff x="0" y="0"/>
            <a:chExt cx="491940" cy="491940"/>
          </a:xfrm>
        </p:grpSpPr>
        <p:sp>
          <p:nvSpPr>
            <p:cNvPr id="99" name="Circle"/>
            <p:cNvSpPr/>
            <p:nvPr/>
          </p:nvSpPr>
          <p:spPr>
            <a:xfrm>
              <a:off x="-1" y="-1"/>
              <a:ext cx="491942" cy="491942"/>
            </a:xfrm>
            <a:prstGeom prst="ellipse">
              <a:avLst/>
            </a:prstGeom>
            <a:solidFill>
              <a:srgbClr val="A779A9"/>
            </a:solidFill>
            <a:ln w="12700" cap="flat">
              <a:noFill/>
              <a:miter lim="400000"/>
            </a:ln>
            <a:effectLst/>
          </p:spPr>
          <p:txBody>
            <a:bodyPr wrap="square" lIns="45719" tIns="45719" rIns="45719" bIns="45719" numCol="1" anchor="ctr">
              <a:noAutofit/>
            </a:bodyPr>
            <a:lstStyle/>
            <a:p>
              <a:pPr algn="ctr" defTabSz="874531">
                <a:defRPr b="1" sz="2100">
                  <a:solidFill>
                    <a:srgbClr val="FFFFFF"/>
                  </a:solidFill>
                  <a:latin typeface="Aptos"/>
                  <a:ea typeface="Aptos"/>
                  <a:cs typeface="Aptos"/>
                  <a:sym typeface="Aptos"/>
                </a:defRPr>
              </a:pPr>
            </a:p>
          </p:txBody>
        </p:sp>
        <p:sp>
          <p:nvSpPr>
            <p:cNvPr id="100" name="4"/>
            <p:cNvSpPr txBox="1"/>
            <p:nvPr/>
          </p:nvSpPr>
          <p:spPr>
            <a:xfrm>
              <a:off x="117762" y="47849"/>
              <a:ext cx="256415" cy="3962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defTabSz="874531">
                <a:defRPr b="1" sz="2000">
                  <a:solidFill>
                    <a:srgbClr val="FFFFFF"/>
                  </a:solidFill>
                  <a:latin typeface="Aptos"/>
                  <a:ea typeface="Aptos"/>
                  <a:cs typeface="Aptos"/>
                  <a:sym typeface="Aptos"/>
                </a:defRPr>
              </a:lvl1pPr>
            </a:lstStyle>
            <a:p>
              <a:pPr/>
              <a:r>
                <a:t>4</a:t>
              </a:r>
            </a:p>
          </p:txBody>
        </p:sp>
      </p:grpSp>
      <p:sp>
        <p:nvSpPr>
          <p:cNvPr id="102" name="Rectangle 13"/>
          <p:cNvSpPr txBox="1"/>
          <p:nvPr/>
        </p:nvSpPr>
        <p:spPr>
          <a:xfrm>
            <a:off x="8658709" y="1907947"/>
            <a:ext cx="1821658" cy="3200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defTabSz="874531">
              <a:defRPr sz="1500">
                <a:solidFill>
                  <a:srgbClr val="263E55"/>
                </a:solidFill>
                <a:latin typeface="Aptos"/>
                <a:ea typeface="Aptos"/>
                <a:cs typeface="Aptos"/>
                <a:sym typeface="Aptos"/>
              </a:defRPr>
            </a:lvl1pPr>
          </a:lstStyle>
          <a:p>
            <a:pPr/>
            <a:r>
              <a:t>Review Results</a:t>
            </a:r>
          </a:p>
        </p:txBody>
      </p:sp>
      <p:sp>
        <p:nvSpPr>
          <p:cNvPr id="103" name="Rectangle 14"/>
          <p:cNvSpPr txBox="1"/>
          <p:nvPr/>
        </p:nvSpPr>
        <p:spPr>
          <a:xfrm>
            <a:off x="8932009" y="2151987"/>
            <a:ext cx="1275059" cy="269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defTabSz="874531">
              <a:defRPr sz="1200">
                <a:solidFill>
                  <a:srgbClr val="486B91"/>
                </a:solidFill>
                <a:latin typeface="Aptos"/>
                <a:ea typeface="Aptos"/>
                <a:cs typeface="Aptos"/>
                <a:sym typeface="Aptos"/>
              </a:defRPr>
            </a:lvl1pPr>
          </a:lstStyle>
          <a:p>
            <a:pPr/>
            <a:r>
              <a:t>10 min</a:t>
            </a:r>
          </a:p>
        </p:txBody>
      </p:sp>
      <p:grpSp>
        <p:nvGrpSpPr>
          <p:cNvPr id="106" name="Oval 15"/>
          <p:cNvGrpSpPr/>
          <p:nvPr/>
        </p:nvGrpSpPr>
        <p:grpSpPr>
          <a:xfrm>
            <a:off x="11273105" y="1448488"/>
            <a:ext cx="491941" cy="491942"/>
            <a:chOff x="0" y="0"/>
            <a:chExt cx="491940" cy="491940"/>
          </a:xfrm>
        </p:grpSpPr>
        <p:sp>
          <p:nvSpPr>
            <p:cNvPr id="104" name="Circle"/>
            <p:cNvSpPr/>
            <p:nvPr/>
          </p:nvSpPr>
          <p:spPr>
            <a:xfrm>
              <a:off x="-1" y="-1"/>
              <a:ext cx="491942" cy="491942"/>
            </a:xfrm>
            <a:prstGeom prst="ellipse">
              <a:avLst/>
            </a:prstGeom>
            <a:solidFill>
              <a:srgbClr val="E37E77"/>
            </a:solidFill>
            <a:ln w="12700" cap="flat">
              <a:noFill/>
              <a:miter lim="400000"/>
            </a:ln>
            <a:effectLst/>
          </p:spPr>
          <p:txBody>
            <a:bodyPr wrap="square" lIns="45719" tIns="45719" rIns="45719" bIns="45719" numCol="1" anchor="ctr">
              <a:noAutofit/>
            </a:bodyPr>
            <a:lstStyle/>
            <a:p>
              <a:pPr algn="ctr" defTabSz="874531">
                <a:defRPr b="1" sz="2100">
                  <a:solidFill>
                    <a:srgbClr val="FFFFFF"/>
                  </a:solidFill>
                  <a:latin typeface="Aptos"/>
                  <a:ea typeface="Aptos"/>
                  <a:cs typeface="Aptos"/>
                  <a:sym typeface="Aptos"/>
                </a:defRPr>
              </a:pPr>
            </a:p>
          </p:txBody>
        </p:sp>
        <p:sp>
          <p:nvSpPr>
            <p:cNvPr id="105" name="5"/>
            <p:cNvSpPr txBox="1"/>
            <p:nvPr/>
          </p:nvSpPr>
          <p:spPr>
            <a:xfrm>
              <a:off x="117762" y="47849"/>
              <a:ext cx="256415" cy="3962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defTabSz="874531">
                <a:defRPr b="1" sz="2000">
                  <a:solidFill>
                    <a:srgbClr val="FFFFFF"/>
                  </a:solidFill>
                  <a:latin typeface="Aptos"/>
                  <a:ea typeface="Aptos"/>
                  <a:cs typeface="Aptos"/>
                  <a:sym typeface="Aptos"/>
                </a:defRPr>
              </a:lvl1pPr>
            </a:lstStyle>
            <a:p>
              <a:pPr/>
              <a:r>
                <a:t>5</a:t>
              </a:r>
            </a:p>
          </p:txBody>
        </p:sp>
      </p:grpSp>
      <p:sp>
        <p:nvSpPr>
          <p:cNvPr id="107" name="Rectangle 16"/>
          <p:cNvSpPr txBox="1"/>
          <p:nvPr/>
        </p:nvSpPr>
        <p:spPr>
          <a:xfrm>
            <a:off x="10608245" y="1907947"/>
            <a:ext cx="1821659" cy="3200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defTabSz="874531">
              <a:defRPr sz="1500">
                <a:solidFill>
                  <a:srgbClr val="263E55"/>
                </a:solidFill>
                <a:latin typeface="Aptos"/>
                <a:ea typeface="Aptos"/>
                <a:cs typeface="Aptos"/>
                <a:sym typeface="Aptos"/>
              </a:defRPr>
            </a:lvl1pPr>
          </a:lstStyle>
          <a:p>
            <a:pPr/>
            <a:r>
              <a:t>Next Steps</a:t>
            </a:r>
          </a:p>
        </p:txBody>
      </p:sp>
      <p:sp>
        <p:nvSpPr>
          <p:cNvPr id="108" name="Rectangle 17"/>
          <p:cNvSpPr txBox="1"/>
          <p:nvPr/>
        </p:nvSpPr>
        <p:spPr>
          <a:xfrm>
            <a:off x="10881546" y="2151987"/>
            <a:ext cx="1275059" cy="269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defTabSz="874531">
              <a:defRPr sz="1200">
                <a:solidFill>
                  <a:srgbClr val="486B91"/>
                </a:solidFill>
                <a:latin typeface="Aptos"/>
                <a:ea typeface="Aptos"/>
                <a:cs typeface="Aptos"/>
                <a:sym typeface="Aptos"/>
              </a:defRPr>
            </a:lvl1pPr>
          </a:lstStyle>
          <a:p>
            <a:pPr/>
            <a:r>
              <a:t>5 min</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12" name="Picture 18" descr="Picture 18"/>
          <p:cNvPicPr>
            <a:picLocks noChangeAspect="1"/>
          </p:cNvPicPr>
          <p:nvPr/>
        </p:nvPicPr>
        <p:blipFill>
          <a:blip r:embed="rId3">
            <a:extLst/>
          </a:blip>
          <a:stretch>
            <a:fillRect/>
          </a:stretch>
        </p:blipFill>
        <p:spPr>
          <a:xfrm>
            <a:off x="4048" y="1"/>
            <a:ext cx="15231903" cy="8572501"/>
          </a:xfrm>
          <a:prstGeom prst="rect">
            <a:avLst/>
          </a:prstGeom>
          <a:ln w="12700">
            <a:miter lim="400000"/>
          </a:ln>
        </p:spPr>
      </p:pic>
      <p:sp>
        <p:nvSpPr>
          <p:cNvPr id="113" name="Rectangle 1"/>
          <p:cNvSpPr/>
          <p:nvPr/>
        </p:nvSpPr>
        <p:spPr>
          <a:xfrm>
            <a:off x="4048" y="1439379"/>
            <a:ext cx="15231903" cy="974769"/>
          </a:xfrm>
          <a:prstGeom prst="rect">
            <a:avLst/>
          </a:prstGeom>
          <a:solidFill>
            <a:srgbClr val="FFFFFF"/>
          </a:solidFill>
          <a:ln w="12700">
            <a:miter lim="400000"/>
          </a:ln>
        </p:spPr>
        <p:txBody>
          <a:bodyPr lIns="45719" rIns="45719"/>
          <a:lstStyle/>
          <a:p>
            <a:pPr defTabSz="874531">
              <a:defRPr sz="1700">
                <a:latin typeface="Aptos"/>
                <a:ea typeface="Aptos"/>
                <a:cs typeface="Aptos"/>
                <a:sym typeface="Aptos"/>
              </a:defRPr>
            </a:pPr>
          </a:p>
        </p:txBody>
      </p:sp>
      <p:sp>
        <p:nvSpPr>
          <p:cNvPr id="114" name="Straight Connector 2"/>
          <p:cNvSpPr/>
          <p:nvPr/>
        </p:nvSpPr>
        <p:spPr>
          <a:xfrm>
            <a:off x="3720924" y="1694458"/>
            <a:ext cx="7798152" cy="1"/>
          </a:xfrm>
          <a:prstGeom prst="line">
            <a:avLst/>
          </a:prstGeom>
          <a:ln w="19050">
            <a:solidFill>
              <a:srgbClr val="A9C8E5"/>
            </a:solidFill>
          </a:ln>
        </p:spPr>
        <p:txBody>
          <a:bodyPr lIns="45719" rIns="45719"/>
          <a:lstStyle/>
          <a:p>
            <a:pPr/>
          </a:p>
        </p:txBody>
      </p:sp>
      <p:grpSp>
        <p:nvGrpSpPr>
          <p:cNvPr id="117" name="Oval 3"/>
          <p:cNvGrpSpPr/>
          <p:nvPr/>
        </p:nvGrpSpPr>
        <p:grpSpPr>
          <a:xfrm>
            <a:off x="3474954" y="1448488"/>
            <a:ext cx="491941" cy="491942"/>
            <a:chOff x="0" y="0"/>
            <a:chExt cx="491940" cy="491940"/>
          </a:xfrm>
        </p:grpSpPr>
        <p:sp>
          <p:nvSpPr>
            <p:cNvPr id="115" name="Circle"/>
            <p:cNvSpPr/>
            <p:nvPr/>
          </p:nvSpPr>
          <p:spPr>
            <a:xfrm>
              <a:off x="-1" y="-1"/>
              <a:ext cx="491942" cy="491942"/>
            </a:xfrm>
            <a:prstGeom prst="ellipse">
              <a:avLst/>
            </a:prstGeom>
            <a:solidFill>
              <a:srgbClr val="9BC6F7"/>
            </a:solidFill>
            <a:ln w="12700" cap="flat">
              <a:noFill/>
              <a:miter lim="400000"/>
            </a:ln>
            <a:effectLst/>
          </p:spPr>
          <p:txBody>
            <a:bodyPr wrap="square" lIns="45719" tIns="45719" rIns="45719" bIns="45719" numCol="1" anchor="ctr">
              <a:noAutofit/>
            </a:bodyPr>
            <a:lstStyle/>
            <a:p>
              <a:pPr algn="ctr" defTabSz="874531">
                <a:defRPr b="1" sz="2100">
                  <a:solidFill>
                    <a:srgbClr val="FFFFFF"/>
                  </a:solidFill>
                  <a:latin typeface="Aptos"/>
                  <a:ea typeface="Aptos"/>
                  <a:cs typeface="Aptos"/>
                  <a:sym typeface="Aptos"/>
                </a:defRPr>
              </a:pPr>
            </a:p>
          </p:txBody>
        </p:sp>
        <p:sp>
          <p:nvSpPr>
            <p:cNvPr id="116" name="1"/>
            <p:cNvSpPr txBox="1"/>
            <p:nvPr/>
          </p:nvSpPr>
          <p:spPr>
            <a:xfrm>
              <a:off x="117762" y="47849"/>
              <a:ext cx="256415" cy="3962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defTabSz="874531">
                <a:defRPr b="1" sz="2000">
                  <a:solidFill>
                    <a:srgbClr val="FFFFFF"/>
                  </a:solidFill>
                  <a:latin typeface="Aptos"/>
                  <a:ea typeface="Aptos"/>
                  <a:cs typeface="Aptos"/>
                  <a:sym typeface="Aptos"/>
                </a:defRPr>
              </a:lvl1pPr>
            </a:lstStyle>
            <a:p>
              <a:pPr/>
              <a:r>
                <a:t>1</a:t>
              </a:r>
            </a:p>
          </p:txBody>
        </p:sp>
      </p:grpSp>
      <p:sp>
        <p:nvSpPr>
          <p:cNvPr id="118" name="Rectangle 4"/>
          <p:cNvSpPr txBox="1"/>
          <p:nvPr/>
        </p:nvSpPr>
        <p:spPr>
          <a:xfrm>
            <a:off x="2810096" y="1907947"/>
            <a:ext cx="1821659" cy="3200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defTabSz="874531">
              <a:defRPr sz="1500">
                <a:solidFill>
                  <a:srgbClr val="263E55"/>
                </a:solidFill>
                <a:latin typeface="Aptos"/>
                <a:ea typeface="Aptos"/>
                <a:cs typeface="Aptos"/>
                <a:sym typeface="Aptos"/>
              </a:defRPr>
            </a:lvl1pPr>
          </a:lstStyle>
          <a:p>
            <a:pPr/>
            <a:r>
              <a:t>Welcome</a:t>
            </a:r>
          </a:p>
        </p:txBody>
      </p:sp>
      <p:sp>
        <p:nvSpPr>
          <p:cNvPr id="119" name="Rectangle 5"/>
          <p:cNvSpPr txBox="1"/>
          <p:nvPr/>
        </p:nvSpPr>
        <p:spPr>
          <a:xfrm>
            <a:off x="3083396" y="2151987"/>
            <a:ext cx="1275059" cy="269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defTabSz="874531">
              <a:defRPr sz="1200">
                <a:solidFill>
                  <a:srgbClr val="486B91"/>
                </a:solidFill>
                <a:latin typeface="Aptos"/>
                <a:ea typeface="Aptos"/>
                <a:cs typeface="Aptos"/>
                <a:sym typeface="Aptos"/>
              </a:defRPr>
            </a:lvl1pPr>
          </a:lstStyle>
          <a:p>
            <a:pPr/>
            <a:r>
              <a:t>5 min</a:t>
            </a:r>
          </a:p>
        </p:txBody>
      </p:sp>
      <p:grpSp>
        <p:nvGrpSpPr>
          <p:cNvPr id="122" name="Oval 6"/>
          <p:cNvGrpSpPr/>
          <p:nvPr/>
        </p:nvGrpSpPr>
        <p:grpSpPr>
          <a:xfrm>
            <a:off x="5424492" y="1448488"/>
            <a:ext cx="491941" cy="491942"/>
            <a:chOff x="0" y="0"/>
            <a:chExt cx="491940" cy="491940"/>
          </a:xfrm>
        </p:grpSpPr>
        <p:sp>
          <p:nvSpPr>
            <p:cNvPr id="120" name="Circle"/>
            <p:cNvSpPr/>
            <p:nvPr/>
          </p:nvSpPr>
          <p:spPr>
            <a:xfrm>
              <a:off x="-1" y="-1"/>
              <a:ext cx="491942" cy="491942"/>
            </a:xfrm>
            <a:prstGeom prst="ellipse">
              <a:avLst/>
            </a:prstGeom>
            <a:solidFill>
              <a:srgbClr val="77A78F"/>
            </a:solidFill>
            <a:ln w="12700" cap="flat">
              <a:noFill/>
              <a:miter lim="400000"/>
            </a:ln>
            <a:effectLst/>
          </p:spPr>
          <p:txBody>
            <a:bodyPr wrap="square" lIns="45719" tIns="45719" rIns="45719" bIns="45719" numCol="1" anchor="ctr">
              <a:noAutofit/>
            </a:bodyPr>
            <a:lstStyle/>
            <a:p>
              <a:pPr algn="ctr" defTabSz="874531">
                <a:defRPr b="1" sz="2100">
                  <a:solidFill>
                    <a:srgbClr val="FFFFFF"/>
                  </a:solidFill>
                  <a:latin typeface="Aptos"/>
                  <a:ea typeface="Aptos"/>
                  <a:cs typeface="Aptos"/>
                  <a:sym typeface="Aptos"/>
                </a:defRPr>
              </a:pPr>
            </a:p>
          </p:txBody>
        </p:sp>
        <p:sp>
          <p:nvSpPr>
            <p:cNvPr id="121" name="2"/>
            <p:cNvSpPr txBox="1"/>
            <p:nvPr/>
          </p:nvSpPr>
          <p:spPr>
            <a:xfrm>
              <a:off x="117762" y="47849"/>
              <a:ext cx="256415" cy="3962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defTabSz="874531">
                <a:defRPr b="1" sz="2000">
                  <a:solidFill>
                    <a:srgbClr val="FFFFFF"/>
                  </a:solidFill>
                  <a:latin typeface="Aptos"/>
                  <a:ea typeface="Aptos"/>
                  <a:cs typeface="Aptos"/>
                  <a:sym typeface="Aptos"/>
                </a:defRPr>
              </a:lvl1pPr>
            </a:lstStyle>
            <a:p>
              <a:pPr/>
              <a:r>
                <a:t>2</a:t>
              </a:r>
            </a:p>
          </p:txBody>
        </p:sp>
      </p:grpSp>
      <p:sp>
        <p:nvSpPr>
          <p:cNvPr id="123" name="Rectangle 7"/>
          <p:cNvSpPr txBox="1"/>
          <p:nvPr/>
        </p:nvSpPr>
        <p:spPr>
          <a:xfrm>
            <a:off x="4759633" y="1907947"/>
            <a:ext cx="1821659" cy="3200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defTabSz="874531">
              <a:defRPr sz="1500">
                <a:solidFill>
                  <a:srgbClr val="263E55"/>
                </a:solidFill>
                <a:latin typeface="Aptos"/>
                <a:ea typeface="Aptos"/>
                <a:cs typeface="Aptos"/>
                <a:sym typeface="Aptos"/>
              </a:defRPr>
            </a:lvl1pPr>
          </a:lstStyle>
          <a:p>
            <a:pPr/>
            <a:r>
              <a:t>History</a:t>
            </a:r>
          </a:p>
        </p:txBody>
      </p:sp>
      <p:sp>
        <p:nvSpPr>
          <p:cNvPr id="124" name="Rectangle 8"/>
          <p:cNvSpPr txBox="1"/>
          <p:nvPr/>
        </p:nvSpPr>
        <p:spPr>
          <a:xfrm>
            <a:off x="5032933" y="2151987"/>
            <a:ext cx="1275059" cy="269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defTabSz="874531">
              <a:defRPr sz="1200">
                <a:solidFill>
                  <a:srgbClr val="486B91"/>
                </a:solidFill>
                <a:latin typeface="Aptos"/>
                <a:ea typeface="Aptos"/>
                <a:cs typeface="Aptos"/>
                <a:sym typeface="Aptos"/>
              </a:defRPr>
            </a:lvl1pPr>
          </a:lstStyle>
          <a:p>
            <a:pPr/>
            <a:r>
              <a:t>10 min</a:t>
            </a:r>
          </a:p>
        </p:txBody>
      </p:sp>
      <p:grpSp>
        <p:nvGrpSpPr>
          <p:cNvPr id="127" name="Oval 9"/>
          <p:cNvGrpSpPr/>
          <p:nvPr/>
        </p:nvGrpSpPr>
        <p:grpSpPr>
          <a:xfrm>
            <a:off x="7374031" y="1448488"/>
            <a:ext cx="491941" cy="491942"/>
            <a:chOff x="0" y="0"/>
            <a:chExt cx="491940" cy="491940"/>
          </a:xfrm>
        </p:grpSpPr>
        <p:sp>
          <p:nvSpPr>
            <p:cNvPr id="125" name="Circle"/>
            <p:cNvSpPr/>
            <p:nvPr/>
          </p:nvSpPr>
          <p:spPr>
            <a:xfrm>
              <a:off x="-1" y="-1"/>
              <a:ext cx="491942" cy="491942"/>
            </a:xfrm>
            <a:prstGeom prst="ellipse">
              <a:avLst/>
            </a:prstGeom>
            <a:solidFill>
              <a:srgbClr val="FFBE6B"/>
            </a:solidFill>
            <a:ln w="12700" cap="flat">
              <a:noFill/>
              <a:miter lim="400000"/>
            </a:ln>
            <a:effectLst/>
          </p:spPr>
          <p:txBody>
            <a:bodyPr wrap="square" lIns="45719" tIns="45719" rIns="45719" bIns="45719" numCol="1" anchor="ctr">
              <a:noAutofit/>
            </a:bodyPr>
            <a:lstStyle/>
            <a:p>
              <a:pPr algn="ctr" defTabSz="874531">
                <a:defRPr b="1" sz="2100">
                  <a:solidFill>
                    <a:srgbClr val="FFFFFF"/>
                  </a:solidFill>
                  <a:latin typeface="Aptos"/>
                  <a:ea typeface="Aptos"/>
                  <a:cs typeface="Aptos"/>
                  <a:sym typeface="Aptos"/>
                </a:defRPr>
              </a:pPr>
            </a:p>
          </p:txBody>
        </p:sp>
        <p:sp>
          <p:nvSpPr>
            <p:cNvPr id="126" name="3"/>
            <p:cNvSpPr txBox="1"/>
            <p:nvPr/>
          </p:nvSpPr>
          <p:spPr>
            <a:xfrm>
              <a:off x="117762" y="47849"/>
              <a:ext cx="256415" cy="3962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defTabSz="874531">
                <a:defRPr b="1" sz="2000">
                  <a:solidFill>
                    <a:srgbClr val="FFFFFF"/>
                  </a:solidFill>
                  <a:latin typeface="Aptos"/>
                  <a:ea typeface="Aptos"/>
                  <a:cs typeface="Aptos"/>
                  <a:sym typeface="Aptos"/>
                </a:defRPr>
              </a:lvl1pPr>
            </a:lstStyle>
            <a:p>
              <a:pPr/>
              <a:r>
                <a:t>3</a:t>
              </a:r>
            </a:p>
          </p:txBody>
        </p:sp>
      </p:grpSp>
      <p:sp>
        <p:nvSpPr>
          <p:cNvPr id="128" name="Rectangle 10"/>
          <p:cNvSpPr txBox="1"/>
          <p:nvPr/>
        </p:nvSpPr>
        <p:spPr>
          <a:xfrm>
            <a:off x="6709170" y="1907947"/>
            <a:ext cx="1821659" cy="3200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defTabSz="874531">
              <a:defRPr sz="1500">
                <a:solidFill>
                  <a:srgbClr val="263E55"/>
                </a:solidFill>
                <a:latin typeface="Aptos"/>
                <a:ea typeface="Aptos"/>
                <a:cs typeface="Aptos"/>
                <a:sym typeface="Aptos"/>
              </a:defRPr>
            </a:lvl1pPr>
          </a:lstStyle>
          <a:p>
            <a:pPr/>
            <a:r>
              <a:t>Evaluation</a:t>
            </a:r>
          </a:p>
        </p:txBody>
      </p:sp>
      <p:sp>
        <p:nvSpPr>
          <p:cNvPr id="129" name="Rectangle 11"/>
          <p:cNvSpPr txBox="1"/>
          <p:nvPr/>
        </p:nvSpPr>
        <p:spPr>
          <a:xfrm>
            <a:off x="6982471" y="2151987"/>
            <a:ext cx="1275059" cy="269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defTabSz="874531">
              <a:defRPr sz="1200">
                <a:solidFill>
                  <a:srgbClr val="486B91"/>
                </a:solidFill>
                <a:latin typeface="Aptos"/>
                <a:ea typeface="Aptos"/>
                <a:cs typeface="Aptos"/>
                <a:sym typeface="Aptos"/>
              </a:defRPr>
            </a:lvl1pPr>
          </a:lstStyle>
          <a:p>
            <a:pPr/>
            <a:r>
              <a:t>20 min</a:t>
            </a:r>
          </a:p>
        </p:txBody>
      </p:sp>
      <p:grpSp>
        <p:nvGrpSpPr>
          <p:cNvPr id="132" name="Oval 12"/>
          <p:cNvGrpSpPr/>
          <p:nvPr/>
        </p:nvGrpSpPr>
        <p:grpSpPr>
          <a:xfrm>
            <a:off x="9323568" y="1448488"/>
            <a:ext cx="491941" cy="491942"/>
            <a:chOff x="0" y="0"/>
            <a:chExt cx="491940" cy="491940"/>
          </a:xfrm>
        </p:grpSpPr>
        <p:sp>
          <p:nvSpPr>
            <p:cNvPr id="130" name="Circle"/>
            <p:cNvSpPr/>
            <p:nvPr/>
          </p:nvSpPr>
          <p:spPr>
            <a:xfrm>
              <a:off x="-1" y="-1"/>
              <a:ext cx="491942" cy="491942"/>
            </a:xfrm>
            <a:prstGeom prst="ellipse">
              <a:avLst/>
            </a:prstGeom>
            <a:solidFill>
              <a:srgbClr val="A779A9"/>
            </a:solidFill>
            <a:ln w="12700" cap="flat">
              <a:noFill/>
              <a:miter lim="400000"/>
            </a:ln>
            <a:effectLst/>
          </p:spPr>
          <p:txBody>
            <a:bodyPr wrap="square" lIns="45719" tIns="45719" rIns="45719" bIns="45719" numCol="1" anchor="ctr">
              <a:noAutofit/>
            </a:bodyPr>
            <a:lstStyle/>
            <a:p>
              <a:pPr algn="ctr" defTabSz="874531">
                <a:defRPr b="1" sz="2100">
                  <a:solidFill>
                    <a:srgbClr val="FFFFFF"/>
                  </a:solidFill>
                  <a:latin typeface="Aptos"/>
                  <a:ea typeface="Aptos"/>
                  <a:cs typeface="Aptos"/>
                  <a:sym typeface="Aptos"/>
                </a:defRPr>
              </a:pPr>
            </a:p>
          </p:txBody>
        </p:sp>
        <p:sp>
          <p:nvSpPr>
            <p:cNvPr id="131" name="4"/>
            <p:cNvSpPr txBox="1"/>
            <p:nvPr/>
          </p:nvSpPr>
          <p:spPr>
            <a:xfrm>
              <a:off x="117762" y="47849"/>
              <a:ext cx="256415" cy="3962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defTabSz="874531">
                <a:defRPr b="1" sz="2000">
                  <a:solidFill>
                    <a:srgbClr val="FFFFFF"/>
                  </a:solidFill>
                  <a:latin typeface="Aptos"/>
                  <a:ea typeface="Aptos"/>
                  <a:cs typeface="Aptos"/>
                  <a:sym typeface="Aptos"/>
                </a:defRPr>
              </a:lvl1pPr>
            </a:lstStyle>
            <a:p>
              <a:pPr/>
              <a:r>
                <a:t>4</a:t>
              </a:r>
            </a:p>
          </p:txBody>
        </p:sp>
      </p:grpSp>
      <p:sp>
        <p:nvSpPr>
          <p:cNvPr id="133" name="Rectangle 13"/>
          <p:cNvSpPr txBox="1"/>
          <p:nvPr/>
        </p:nvSpPr>
        <p:spPr>
          <a:xfrm>
            <a:off x="8658709" y="1907947"/>
            <a:ext cx="1821658" cy="3200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defTabSz="874531">
              <a:defRPr b="1" sz="1500">
                <a:solidFill>
                  <a:srgbClr val="263E55"/>
                </a:solidFill>
                <a:latin typeface="Aptos"/>
                <a:ea typeface="Aptos"/>
                <a:cs typeface="Aptos"/>
                <a:sym typeface="Aptos"/>
              </a:defRPr>
            </a:lvl1pPr>
          </a:lstStyle>
          <a:p>
            <a:pPr/>
            <a:r>
              <a:t>Review Results</a:t>
            </a:r>
          </a:p>
        </p:txBody>
      </p:sp>
      <p:sp>
        <p:nvSpPr>
          <p:cNvPr id="134" name="Rectangle 14"/>
          <p:cNvSpPr txBox="1"/>
          <p:nvPr/>
        </p:nvSpPr>
        <p:spPr>
          <a:xfrm>
            <a:off x="8932009" y="2151987"/>
            <a:ext cx="1275059" cy="269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defTabSz="874531">
              <a:defRPr sz="1200">
                <a:solidFill>
                  <a:srgbClr val="486B91"/>
                </a:solidFill>
                <a:latin typeface="Aptos"/>
                <a:ea typeface="Aptos"/>
                <a:cs typeface="Aptos"/>
                <a:sym typeface="Aptos"/>
              </a:defRPr>
            </a:lvl1pPr>
          </a:lstStyle>
          <a:p>
            <a:pPr/>
            <a:r>
              <a:t>10 min</a:t>
            </a:r>
          </a:p>
        </p:txBody>
      </p:sp>
      <p:grpSp>
        <p:nvGrpSpPr>
          <p:cNvPr id="137" name="Oval 15"/>
          <p:cNvGrpSpPr/>
          <p:nvPr/>
        </p:nvGrpSpPr>
        <p:grpSpPr>
          <a:xfrm>
            <a:off x="11273105" y="1448488"/>
            <a:ext cx="491941" cy="491942"/>
            <a:chOff x="0" y="0"/>
            <a:chExt cx="491940" cy="491940"/>
          </a:xfrm>
        </p:grpSpPr>
        <p:sp>
          <p:nvSpPr>
            <p:cNvPr id="135" name="Circle"/>
            <p:cNvSpPr/>
            <p:nvPr/>
          </p:nvSpPr>
          <p:spPr>
            <a:xfrm>
              <a:off x="-1" y="-1"/>
              <a:ext cx="491942" cy="491942"/>
            </a:xfrm>
            <a:prstGeom prst="ellipse">
              <a:avLst/>
            </a:prstGeom>
            <a:solidFill>
              <a:srgbClr val="E37E77"/>
            </a:solidFill>
            <a:ln w="12700" cap="flat">
              <a:noFill/>
              <a:miter lim="400000"/>
            </a:ln>
            <a:effectLst/>
          </p:spPr>
          <p:txBody>
            <a:bodyPr wrap="square" lIns="45719" tIns="45719" rIns="45719" bIns="45719" numCol="1" anchor="ctr">
              <a:noAutofit/>
            </a:bodyPr>
            <a:lstStyle/>
            <a:p>
              <a:pPr algn="ctr" defTabSz="874531">
                <a:defRPr b="1" sz="2100">
                  <a:solidFill>
                    <a:srgbClr val="FFFFFF"/>
                  </a:solidFill>
                  <a:latin typeface="Aptos"/>
                  <a:ea typeface="Aptos"/>
                  <a:cs typeface="Aptos"/>
                  <a:sym typeface="Aptos"/>
                </a:defRPr>
              </a:pPr>
            </a:p>
          </p:txBody>
        </p:sp>
        <p:sp>
          <p:nvSpPr>
            <p:cNvPr id="136" name="5"/>
            <p:cNvSpPr txBox="1"/>
            <p:nvPr/>
          </p:nvSpPr>
          <p:spPr>
            <a:xfrm>
              <a:off x="117762" y="47849"/>
              <a:ext cx="256415" cy="3962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defTabSz="874531">
                <a:defRPr b="1" sz="2000">
                  <a:solidFill>
                    <a:srgbClr val="FFFFFF"/>
                  </a:solidFill>
                  <a:latin typeface="Aptos"/>
                  <a:ea typeface="Aptos"/>
                  <a:cs typeface="Aptos"/>
                  <a:sym typeface="Aptos"/>
                </a:defRPr>
              </a:lvl1pPr>
            </a:lstStyle>
            <a:p>
              <a:pPr/>
              <a:r>
                <a:t>5</a:t>
              </a:r>
            </a:p>
          </p:txBody>
        </p:sp>
      </p:grpSp>
      <p:sp>
        <p:nvSpPr>
          <p:cNvPr id="138" name="Rectangle 16"/>
          <p:cNvSpPr txBox="1"/>
          <p:nvPr/>
        </p:nvSpPr>
        <p:spPr>
          <a:xfrm>
            <a:off x="10608245" y="1907947"/>
            <a:ext cx="1821659" cy="3200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defTabSz="874531">
              <a:defRPr sz="1500">
                <a:solidFill>
                  <a:srgbClr val="263E55"/>
                </a:solidFill>
                <a:latin typeface="Aptos"/>
                <a:ea typeface="Aptos"/>
                <a:cs typeface="Aptos"/>
                <a:sym typeface="Aptos"/>
              </a:defRPr>
            </a:lvl1pPr>
          </a:lstStyle>
          <a:p>
            <a:pPr/>
            <a:r>
              <a:t>Next Steps</a:t>
            </a:r>
          </a:p>
        </p:txBody>
      </p:sp>
      <p:sp>
        <p:nvSpPr>
          <p:cNvPr id="139" name="Rectangle 17"/>
          <p:cNvSpPr txBox="1"/>
          <p:nvPr/>
        </p:nvSpPr>
        <p:spPr>
          <a:xfrm>
            <a:off x="10881546" y="2151987"/>
            <a:ext cx="1275059" cy="269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defTabSz="874531">
              <a:defRPr sz="1200">
                <a:solidFill>
                  <a:srgbClr val="486B91"/>
                </a:solidFill>
                <a:latin typeface="Aptos"/>
                <a:ea typeface="Aptos"/>
                <a:cs typeface="Aptos"/>
                <a:sym typeface="Aptos"/>
              </a:defRPr>
            </a:lvl1pPr>
          </a:lstStyle>
          <a:p>
            <a:pPr/>
            <a:r>
              <a:t>5 min</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43" name="Picture 18" descr="Picture 18"/>
          <p:cNvPicPr>
            <a:picLocks noChangeAspect="1"/>
          </p:cNvPicPr>
          <p:nvPr/>
        </p:nvPicPr>
        <p:blipFill>
          <a:blip r:embed="rId3">
            <a:extLst/>
          </a:blip>
          <a:stretch>
            <a:fillRect/>
          </a:stretch>
        </p:blipFill>
        <p:spPr>
          <a:xfrm>
            <a:off x="4048" y="1"/>
            <a:ext cx="15231903" cy="8572501"/>
          </a:xfrm>
          <a:prstGeom prst="rect">
            <a:avLst/>
          </a:prstGeom>
          <a:ln w="12700">
            <a:miter lim="400000"/>
          </a:ln>
        </p:spPr>
      </p:pic>
      <p:sp>
        <p:nvSpPr>
          <p:cNvPr id="144" name="Rectangle 1"/>
          <p:cNvSpPr/>
          <p:nvPr/>
        </p:nvSpPr>
        <p:spPr>
          <a:xfrm>
            <a:off x="4048" y="1156969"/>
            <a:ext cx="15231903" cy="1257180"/>
          </a:xfrm>
          <a:prstGeom prst="rect">
            <a:avLst/>
          </a:prstGeom>
          <a:solidFill>
            <a:srgbClr val="FFFFFF"/>
          </a:solidFill>
          <a:ln w="12700">
            <a:miter lim="400000"/>
          </a:ln>
        </p:spPr>
        <p:txBody>
          <a:bodyPr lIns="45719" rIns="45719"/>
          <a:lstStyle/>
          <a:p>
            <a:pPr defTabSz="874531">
              <a:defRPr sz="1700">
                <a:latin typeface="Aptos"/>
                <a:ea typeface="Aptos"/>
                <a:cs typeface="Aptos"/>
                <a:sym typeface="Aptos"/>
              </a:defRPr>
            </a:pPr>
          </a:p>
        </p:txBody>
      </p:sp>
      <p:sp>
        <p:nvSpPr>
          <p:cNvPr id="145" name="Straight Connector 2"/>
          <p:cNvSpPr/>
          <p:nvPr/>
        </p:nvSpPr>
        <p:spPr>
          <a:xfrm>
            <a:off x="3720924" y="1694458"/>
            <a:ext cx="7798152" cy="1"/>
          </a:xfrm>
          <a:prstGeom prst="line">
            <a:avLst/>
          </a:prstGeom>
          <a:ln w="19050">
            <a:solidFill>
              <a:srgbClr val="A9C8E5"/>
            </a:solidFill>
          </a:ln>
        </p:spPr>
        <p:txBody>
          <a:bodyPr lIns="45719" rIns="45719"/>
          <a:lstStyle/>
          <a:p>
            <a:pPr/>
          </a:p>
        </p:txBody>
      </p:sp>
      <p:grpSp>
        <p:nvGrpSpPr>
          <p:cNvPr id="148" name="Oval 3"/>
          <p:cNvGrpSpPr/>
          <p:nvPr/>
        </p:nvGrpSpPr>
        <p:grpSpPr>
          <a:xfrm>
            <a:off x="3474954" y="1448488"/>
            <a:ext cx="491941" cy="491942"/>
            <a:chOff x="0" y="0"/>
            <a:chExt cx="491940" cy="491940"/>
          </a:xfrm>
        </p:grpSpPr>
        <p:sp>
          <p:nvSpPr>
            <p:cNvPr id="146" name="Circle"/>
            <p:cNvSpPr/>
            <p:nvPr/>
          </p:nvSpPr>
          <p:spPr>
            <a:xfrm>
              <a:off x="-1" y="-1"/>
              <a:ext cx="491942" cy="491942"/>
            </a:xfrm>
            <a:prstGeom prst="ellipse">
              <a:avLst/>
            </a:prstGeom>
            <a:solidFill>
              <a:srgbClr val="9BC6F7"/>
            </a:solidFill>
            <a:ln w="12700" cap="flat">
              <a:noFill/>
              <a:miter lim="400000"/>
            </a:ln>
            <a:effectLst/>
          </p:spPr>
          <p:txBody>
            <a:bodyPr wrap="square" lIns="45719" tIns="45719" rIns="45719" bIns="45719" numCol="1" anchor="ctr">
              <a:noAutofit/>
            </a:bodyPr>
            <a:lstStyle/>
            <a:p>
              <a:pPr algn="ctr" defTabSz="874531">
                <a:defRPr b="1" sz="2100">
                  <a:solidFill>
                    <a:srgbClr val="FFFFFF"/>
                  </a:solidFill>
                  <a:latin typeface="Aptos"/>
                  <a:ea typeface="Aptos"/>
                  <a:cs typeface="Aptos"/>
                  <a:sym typeface="Aptos"/>
                </a:defRPr>
              </a:pPr>
            </a:p>
          </p:txBody>
        </p:sp>
        <p:sp>
          <p:nvSpPr>
            <p:cNvPr id="147" name="1"/>
            <p:cNvSpPr txBox="1"/>
            <p:nvPr/>
          </p:nvSpPr>
          <p:spPr>
            <a:xfrm>
              <a:off x="117762" y="47849"/>
              <a:ext cx="256415" cy="3962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defTabSz="874531">
                <a:defRPr b="1" sz="2000">
                  <a:solidFill>
                    <a:srgbClr val="FFFFFF"/>
                  </a:solidFill>
                  <a:latin typeface="Aptos"/>
                  <a:ea typeface="Aptos"/>
                  <a:cs typeface="Aptos"/>
                  <a:sym typeface="Aptos"/>
                </a:defRPr>
              </a:lvl1pPr>
            </a:lstStyle>
            <a:p>
              <a:pPr/>
              <a:r>
                <a:t>1</a:t>
              </a:r>
            </a:p>
          </p:txBody>
        </p:sp>
      </p:grpSp>
      <p:sp>
        <p:nvSpPr>
          <p:cNvPr id="149" name="Rectangle 4"/>
          <p:cNvSpPr txBox="1"/>
          <p:nvPr/>
        </p:nvSpPr>
        <p:spPr>
          <a:xfrm>
            <a:off x="2810096" y="1907947"/>
            <a:ext cx="1821659" cy="3200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defTabSz="874531">
              <a:defRPr sz="1500">
                <a:solidFill>
                  <a:srgbClr val="263E55"/>
                </a:solidFill>
                <a:latin typeface="Aptos"/>
                <a:ea typeface="Aptos"/>
                <a:cs typeface="Aptos"/>
                <a:sym typeface="Aptos"/>
              </a:defRPr>
            </a:lvl1pPr>
          </a:lstStyle>
          <a:p>
            <a:pPr/>
            <a:r>
              <a:t>Welcome</a:t>
            </a:r>
          </a:p>
        </p:txBody>
      </p:sp>
      <p:sp>
        <p:nvSpPr>
          <p:cNvPr id="150" name="Rectangle 5"/>
          <p:cNvSpPr txBox="1"/>
          <p:nvPr/>
        </p:nvSpPr>
        <p:spPr>
          <a:xfrm>
            <a:off x="3083396" y="2151987"/>
            <a:ext cx="1275059" cy="269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defTabSz="874531">
              <a:defRPr sz="1200">
                <a:solidFill>
                  <a:srgbClr val="486B91"/>
                </a:solidFill>
                <a:latin typeface="Aptos"/>
                <a:ea typeface="Aptos"/>
                <a:cs typeface="Aptos"/>
                <a:sym typeface="Aptos"/>
              </a:defRPr>
            </a:lvl1pPr>
          </a:lstStyle>
          <a:p>
            <a:pPr/>
            <a:r>
              <a:t>5 min</a:t>
            </a:r>
          </a:p>
        </p:txBody>
      </p:sp>
      <p:grpSp>
        <p:nvGrpSpPr>
          <p:cNvPr id="153" name="Oval 6"/>
          <p:cNvGrpSpPr/>
          <p:nvPr/>
        </p:nvGrpSpPr>
        <p:grpSpPr>
          <a:xfrm>
            <a:off x="5424492" y="1448488"/>
            <a:ext cx="491941" cy="491942"/>
            <a:chOff x="0" y="0"/>
            <a:chExt cx="491940" cy="491940"/>
          </a:xfrm>
        </p:grpSpPr>
        <p:sp>
          <p:nvSpPr>
            <p:cNvPr id="151" name="Circle"/>
            <p:cNvSpPr/>
            <p:nvPr/>
          </p:nvSpPr>
          <p:spPr>
            <a:xfrm>
              <a:off x="-1" y="-1"/>
              <a:ext cx="491942" cy="491942"/>
            </a:xfrm>
            <a:prstGeom prst="ellipse">
              <a:avLst/>
            </a:prstGeom>
            <a:solidFill>
              <a:srgbClr val="77A78F"/>
            </a:solidFill>
            <a:ln w="12700" cap="flat">
              <a:noFill/>
              <a:miter lim="400000"/>
            </a:ln>
            <a:effectLst/>
          </p:spPr>
          <p:txBody>
            <a:bodyPr wrap="square" lIns="45719" tIns="45719" rIns="45719" bIns="45719" numCol="1" anchor="ctr">
              <a:noAutofit/>
            </a:bodyPr>
            <a:lstStyle/>
            <a:p>
              <a:pPr algn="ctr" defTabSz="874531">
                <a:defRPr b="1" sz="2100">
                  <a:solidFill>
                    <a:srgbClr val="FFFFFF"/>
                  </a:solidFill>
                  <a:latin typeface="Aptos"/>
                  <a:ea typeface="Aptos"/>
                  <a:cs typeface="Aptos"/>
                  <a:sym typeface="Aptos"/>
                </a:defRPr>
              </a:pPr>
            </a:p>
          </p:txBody>
        </p:sp>
        <p:sp>
          <p:nvSpPr>
            <p:cNvPr id="152" name="2"/>
            <p:cNvSpPr txBox="1"/>
            <p:nvPr/>
          </p:nvSpPr>
          <p:spPr>
            <a:xfrm>
              <a:off x="117762" y="47849"/>
              <a:ext cx="256415" cy="3962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defTabSz="874531">
                <a:defRPr b="1" sz="2000">
                  <a:solidFill>
                    <a:srgbClr val="FFFFFF"/>
                  </a:solidFill>
                  <a:latin typeface="Aptos"/>
                  <a:ea typeface="Aptos"/>
                  <a:cs typeface="Aptos"/>
                  <a:sym typeface="Aptos"/>
                </a:defRPr>
              </a:lvl1pPr>
            </a:lstStyle>
            <a:p>
              <a:pPr/>
              <a:r>
                <a:t>2</a:t>
              </a:r>
            </a:p>
          </p:txBody>
        </p:sp>
      </p:grpSp>
      <p:sp>
        <p:nvSpPr>
          <p:cNvPr id="154" name="Rectangle 7"/>
          <p:cNvSpPr txBox="1"/>
          <p:nvPr/>
        </p:nvSpPr>
        <p:spPr>
          <a:xfrm>
            <a:off x="4759633" y="1907947"/>
            <a:ext cx="1821659" cy="3200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defTabSz="874531">
              <a:defRPr sz="1500">
                <a:solidFill>
                  <a:srgbClr val="263E55"/>
                </a:solidFill>
                <a:latin typeface="Aptos"/>
                <a:ea typeface="Aptos"/>
                <a:cs typeface="Aptos"/>
                <a:sym typeface="Aptos"/>
              </a:defRPr>
            </a:lvl1pPr>
          </a:lstStyle>
          <a:p>
            <a:pPr/>
            <a:r>
              <a:t>History</a:t>
            </a:r>
          </a:p>
        </p:txBody>
      </p:sp>
      <p:sp>
        <p:nvSpPr>
          <p:cNvPr id="155" name="Rectangle 8"/>
          <p:cNvSpPr txBox="1"/>
          <p:nvPr/>
        </p:nvSpPr>
        <p:spPr>
          <a:xfrm>
            <a:off x="5032933" y="2151987"/>
            <a:ext cx="1275059" cy="269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defTabSz="874531">
              <a:defRPr sz="1200">
                <a:solidFill>
                  <a:srgbClr val="486B91"/>
                </a:solidFill>
                <a:latin typeface="Aptos"/>
                <a:ea typeface="Aptos"/>
                <a:cs typeface="Aptos"/>
                <a:sym typeface="Aptos"/>
              </a:defRPr>
            </a:lvl1pPr>
          </a:lstStyle>
          <a:p>
            <a:pPr/>
            <a:r>
              <a:t>10 min</a:t>
            </a:r>
          </a:p>
        </p:txBody>
      </p:sp>
      <p:grpSp>
        <p:nvGrpSpPr>
          <p:cNvPr id="158" name="Oval 9"/>
          <p:cNvGrpSpPr/>
          <p:nvPr/>
        </p:nvGrpSpPr>
        <p:grpSpPr>
          <a:xfrm>
            <a:off x="7374031" y="1448488"/>
            <a:ext cx="491941" cy="491942"/>
            <a:chOff x="0" y="0"/>
            <a:chExt cx="491940" cy="491940"/>
          </a:xfrm>
        </p:grpSpPr>
        <p:sp>
          <p:nvSpPr>
            <p:cNvPr id="156" name="Circle"/>
            <p:cNvSpPr/>
            <p:nvPr/>
          </p:nvSpPr>
          <p:spPr>
            <a:xfrm>
              <a:off x="-1" y="-1"/>
              <a:ext cx="491942" cy="491942"/>
            </a:xfrm>
            <a:prstGeom prst="ellipse">
              <a:avLst/>
            </a:prstGeom>
            <a:solidFill>
              <a:srgbClr val="FFBE6B"/>
            </a:solidFill>
            <a:ln w="12700" cap="flat">
              <a:noFill/>
              <a:miter lim="400000"/>
            </a:ln>
            <a:effectLst/>
          </p:spPr>
          <p:txBody>
            <a:bodyPr wrap="square" lIns="45719" tIns="45719" rIns="45719" bIns="45719" numCol="1" anchor="ctr">
              <a:noAutofit/>
            </a:bodyPr>
            <a:lstStyle/>
            <a:p>
              <a:pPr algn="ctr" defTabSz="874531">
                <a:defRPr b="1" sz="2100">
                  <a:solidFill>
                    <a:srgbClr val="FFFFFF"/>
                  </a:solidFill>
                  <a:latin typeface="Aptos"/>
                  <a:ea typeface="Aptos"/>
                  <a:cs typeface="Aptos"/>
                  <a:sym typeface="Aptos"/>
                </a:defRPr>
              </a:pPr>
            </a:p>
          </p:txBody>
        </p:sp>
        <p:sp>
          <p:nvSpPr>
            <p:cNvPr id="157" name="3"/>
            <p:cNvSpPr txBox="1"/>
            <p:nvPr/>
          </p:nvSpPr>
          <p:spPr>
            <a:xfrm>
              <a:off x="117762" y="47849"/>
              <a:ext cx="256415" cy="3962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defTabSz="874531">
                <a:defRPr b="1" sz="2000">
                  <a:solidFill>
                    <a:srgbClr val="FFFFFF"/>
                  </a:solidFill>
                  <a:latin typeface="Aptos"/>
                  <a:ea typeface="Aptos"/>
                  <a:cs typeface="Aptos"/>
                  <a:sym typeface="Aptos"/>
                </a:defRPr>
              </a:lvl1pPr>
            </a:lstStyle>
            <a:p>
              <a:pPr/>
              <a:r>
                <a:t>3</a:t>
              </a:r>
            </a:p>
          </p:txBody>
        </p:sp>
      </p:grpSp>
      <p:sp>
        <p:nvSpPr>
          <p:cNvPr id="159" name="Rectangle 10"/>
          <p:cNvSpPr txBox="1"/>
          <p:nvPr/>
        </p:nvSpPr>
        <p:spPr>
          <a:xfrm>
            <a:off x="6709170" y="1907947"/>
            <a:ext cx="1821659" cy="3200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defTabSz="874531">
              <a:defRPr sz="1500">
                <a:solidFill>
                  <a:srgbClr val="263E55"/>
                </a:solidFill>
                <a:latin typeface="Aptos"/>
                <a:ea typeface="Aptos"/>
                <a:cs typeface="Aptos"/>
                <a:sym typeface="Aptos"/>
              </a:defRPr>
            </a:lvl1pPr>
          </a:lstStyle>
          <a:p>
            <a:pPr/>
            <a:r>
              <a:t>Evaluation</a:t>
            </a:r>
          </a:p>
        </p:txBody>
      </p:sp>
      <p:sp>
        <p:nvSpPr>
          <p:cNvPr id="160" name="Rectangle 11"/>
          <p:cNvSpPr txBox="1"/>
          <p:nvPr/>
        </p:nvSpPr>
        <p:spPr>
          <a:xfrm>
            <a:off x="6982471" y="2151987"/>
            <a:ext cx="1275059" cy="269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defTabSz="874531">
              <a:defRPr sz="1200">
                <a:solidFill>
                  <a:srgbClr val="486B91"/>
                </a:solidFill>
                <a:latin typeface="Aptos"/>
                <a:ea typeface="Aptos"/>
                <a:cs typeface="Aptos"/>
                <a:sym typeface="Aptos"/>
              </a:defRPr>
            </a:lvl1pPr>
          </a:lstStyle>
          <a:p>
            <a:pPr/>
            <a:r>
              <a:t>20 min</a:t>
            </a:r>
          </a:p>
        </p:txBody>
      </p:sp>
      <p:grpSp>
        <p:nvGrpSpPr>
          <p:cNvPr id="163" name="Oval 12"/>
          <p:cNvGrpSpPr/>
          <p:nvPr/>
        </p:nvGrpSpPr>
        <p:grpSpPr>
          <a:xfrm>
            <a:off x="9323568" y="1448488"/>
            <a:ext cx="491941" cy="491942"/>
            <a:chOff x="0" y="0"/>
            <a:chExt cx="491940" cy="491940"/>
          </a:xfrm>
        </p:grpSpPr>
        <p:sp>
          <p:nvSpPr>
            <p:cNvPr id="161" name="Circle"/>
            <p:cNvSpPr/>
            <p:nvPr/>
          </p:nvSpPr>
          <p:spPr>
            <a:xfrm>
              <a:off x="-1" y="-1"/>
              <a:ext cx="491942" cy="491942"/>
            </a:xfrm>
            <a:prstGeom prst="ellipse">
              <a:avLst/>
            </a:prstGeom>
            <a:solidFill>
              <a:srgbClr val="A779A9"/>
            </a:solidFill>
            <a:ln w="12700" cap="flat">
              <a:noFill/>
              <a:miter lim="400000"/>
            </a:ln>
            <a:effectLst/>
          </p:spPr>
          <p:txBody>
            <a:bodyPr wrap="square" lIns="45719" tIns="45719" rIns="45719" bIns="45719" numCol="1" anchor="ctr">
              <a:noAutofit/>
            </a:bodyPr>
            <a:lstStyle/>
            <a:p>
              <a:pPr algn="ctr" defTabSz="874531">
                <a:defRPr b="1" sz="2100">
                  <a:solidFill>
                    <a:srgbClr val="FFFFFF"/>
                  </a:solidFill>
                  <a:latin typeface="Aptos"/>
                  <a:ea typeface="Aptos"/>
                  <a:cs typeface="Aptos"/>
                  <a:sym typeface="Aptos"/>
                </a:defRPr>
              </a:pPr>
            </a:p>
          </p:txBody>
        </p:sp>
        <p:sp>
          <p:nvSpPr>
            <p:cNvPr id="162" name="4"/>
            <p:cNvSpPr txBox="1"/>
            <p:nvPr/>
          </p:nvSpPr>
          <p:spPr>
            <a:xfrm>
              <a:off x="117762" y="47849"/>
              <a:ext cx="256415" cy="3962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defTabSz="874531">
                <a:defRPr b="1" sz="2000">
                  <a:solidFill>
                    <a:srgbClr val="FFFFFF"/>
                  </a:solidFill>
                  <a:latin typeface="Aptos"/>
                  <a:ea typeface="Aptos"/>
                  <a:cs typeface="Aptos"/>
                  <a:sym typeface="Aptos"/>
                </a:defRPr>
              </a:lvl1pPr>
            </a:lstStyle>
            <a:p>
              <a:pPr/>
              <a:r>
                <a:t>4</a:t>
              </a:r>
            </a:p>
          </p:txBody>
        </p:sp>
      </p:grpSp>
      <p:sp>
        <p:nvSpPr>
          <p:cNvPr id="164" name="Rectangle 13"/>
          <p:cNvSpPr txBox="1"/>
          <p:nvPr/>
        </p:nvSpPr>
        <p:spPr>
          <a:xfrm>
            <a:off x="8658709" y="1907947"/>
            <a:ext cx="1821658" cy="3200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defTabSz="874531">
              <a:defRPr sz="1500">
                <a:solidFill>
                  <a:srgbClr val="263E55"/>
                </a:solidFill>
                <a:latin typeface="Aptos"/>
                <a:ea typeface="Aptos"/>
                <a:cs typeface="Aptos"/>
                <a:sym typeface="Aptos"/>
              </a:defRPr>
            </a:lvl1pPr>
          </a:lstStyle>
          <a:p>
            <a:pPr/>
            <a:r>
              <a:t>Review Results</a:t>
            </a:r>
          </a:p>
        </p:txBody>
      </p:sp>
      <p:sp>
        <p:nvSpPr>
          <p:cNvPr id="165" name="Rectangle 14"/>
          <p:cNvSpPr txBox="1"/>
          <p:nvPr/>
        </p:nvSpPr>
        <p:spPr>
          <a:xfrm>
            <a:off x="8932009" y="2151987"/>
            <a:ext cx="1275059" cy="269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defTabSz="874531">
              <a:defRPr sz="1200">
                <a:solidFill>
                  <a:srgbClr val="486B91"/>
                </a:solidFill>
                <a:latin typeface="Aptos"/>
                <a:ea typeface="Aptos"/>
                <a:cs typeface="Aptos"/>
                <a:sym typeface="Aptos"/>
              </a:defRPr>
            </a:lvl1pPr>
          </a:lstStyle>
          <a:p>
            <a:pPr/>
            <a:r>
              <a:t>10 min</a:t>
            </a:r>
          </a:p>
        </p:txBody>
      </p:sp>
      <p:grpSp>
        <p:nvGrpSpPr>
          <p:cNvPr id="168" name="Oval 15"/>
          <p:cNvGrpSpPr/>
          <p:nvPr/>
        </p:nvGrpSpPr>
        <p:grpSpPr>
          <a:xfrm>
            <a:off x="11273105" y="1448488"/>
            <a:ext cx="491941" cy="491942"/>
            <a:chOff x="0" y="0"/>
            <a:chExt cx="491940" cy="491940"/>
          </a:xfrm>
        </p:grpSpPr>
        <p:sp>
          <p:nvSpPr>
            <p:cNvPr id="166" name="Circle"/>
            <p:cNvSpPr/>
            <p:nvPr/>
          </p:nvSpPr>
          <p:spPr>
            <a:xfrm>
              <a:off x="-1" y="-1"/>
              <a:ext cx="491942" cy="491942"/>
            </a:xfrm>
            <a:prstGeom prst="ellipse">
              <a:avLst/>
            </a:prstGeom>
            <a:solidFill>
              <a:srgbClr val="E37E77"/>
            </a:solidFill>
            <a:ln w="12700" cap="flat">
              <a:noFill/>
              <a:miter lim="400000"/>
            </a:ln>
            <a:effectLst/>
          </p:spPr>
          <p:txBody>
            <a:bodyPr wrap="square" lIns="45719" tIns="45719" rIns="45719" bIns="45719" numCol="1" anchor="ctr">
              <a:noAutofit/>
            </a:bodyPr>
            <a:lstStyle/>
            <a:p>
              <a:pPr algn="ctr" defTabSz="874531">
                <a:defRPr b="1" sz="2100">
                  <a:solidFill>
                    <a:srgbClr val="FFFFFF"/>
                  </a:solidFill>
                  <a:latin typeface="Aptos"/>
                  <a:ea typeface="Aptos"/>
                  <a:cs typeface="Aptos"/>
                  <a:sym typeface="Aptos"/>
                </a:defRPr>
              </a:pPr>
            </a:p>
          </p:txBody>
        </p:sp>
        <p:sp>
          <p:nvSpPr>
            <p:cNvPr id="167" name="5"/>
            <p:cNvSpPr txBox="1"/>
            <p:nvPr/>
          </p:nvSpPr>
          <p:spPr>
            <a:xfrm>
              <a:off x="117762" y="47849"/>
              <a:ext cx="256415" cy="3962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defTabSz="874531">
                <a:defRPr b="1" sz="2000">
                  <a:solidFill>
                    <a:srgbClr val="FFFFFF"/>
                  </a:solidFill>
                  <a:latin typeface="Aptos"/>
                  <a:ea typeface="Aptos"/>
                  <a:cs typeface="Aptos"/>
                  <a:sym typeface="Aptos"/>
                </a:defRPr>
              </a:lvl1pPr>
            </a:lstStyle>
            <a:p>
              <a:pPr/>
              <a:r>
                <a:t>5</a:t>
              </a:r>
            </a:p>
          </p:txBody>
        </p:sp>
      </p:grpSp>
      <p:sp>
        <p:nvSpPr>
          <p:cNvPr id="169" name="Rectangle 16"/>
          <p:cNvSpPr txBox="1"/>
          <p:nvPr/>
        </p:nvSpPr>
        <p:spPr>
          <a:xfrm>
            <a:off x="10608245" y="1907947"/>
            <a:ext cx="1821659" cy="3200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defTabSz="874531">
              <a:defRPr b="1" sz="1500">
                <a:solidFill>
                  <a:srgbClr val="263E55"/>
                </a:solidFill>
                <a:latin typeface="Aptos"/>
                <a:ea typeface="Aptos"/>
                <a:cs typeface="Aptos"/>
                <a:sym typeface="Aptos"/>
              </a:defRPr>
            </a:lvl1pPr>
          </a:lstStyle>
          <a:p>
            <a:pPr/>
            <a:r>
              <a:t>Next Steps</a:t>
            </a:r>
          </a:p>
        </p:txBody>
      </p:sp>
      <p:sp>
        <p:nvSpPr>
          <p:cNvPr id="170" name="Rectangle 17"/>
          <p:cNvSpPr txBox="1"/>
          <p:nvPr/>
        </p:nvSpPr>
        <p:spPr>
          <a:xfrm>
            <a:off x="10881546" y="2151987"/>
            <a:ext cx="1275059" cy="269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defTabSz="874531">
              <a:defRPr sz="1200">
                <a:solidFill>
                  <a:srgbClr val="486B91"/>
                </a:solidFill>
                <a:latin typeface="Aptos"/>
                <a:ea typeface="Aptos"/>
                <a:cs typeface="Aptos"/>
                <a:sym typeface="Aptos"/>
              </a:defRPr>
            </a:lvl1pPr>
          </a:lstStyle>
          <a:p>
            <a:pPr/>
            <a:r>
              <a:t>5 min</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74" name="Picture 18" descr="Picture 18"/>
          <p:cNvPicPr>
            <a:picLocks noChangeAspect="1"/>
          </p:cNvPicPr>
          <p:nvPr/>
        </p:nvPicPr>
        <p:blipFill>
          <a:blip r:embed="rId3">
            <a:extLst/>
          </a:blip>
          <a:stretch>
            <a:fillRect/>
          </a:stretch>
        </p:blipFill>
        <p:spPr>
          <a:xfrm>
            <a:off x="4048" y="1"/>
            <a:ext cx="15231903" cy="8572501"/>
          </a:xfrm>
          <a:prstGeom prst="rect">
            <a:avLst/>
          </a:prstGeom>
          <a:ln w="12700">
            <a:miter lim="400000"/>
          </a:ln>
        </p:spPr>
      </p:pic>
      <p:sp>
        <p:nvSpPr>
          <p:cNvPr id="175" name="Rectangle 1"/>
          <p:cNvSpPr/>
          <p:nvPr/>
        </p:nvSpPr>
        <p:spPr>
          <a:xfrm>
            <a:off x="4048" y="1275398"/>
            <a:ext cx="15231903" cy="1138750"/>
          </a:xfrm>
          <a:prstGeom prst="rect">
            <a:avLst/>
          </a:prstGeom>
          <a:solidFill>
            <a:srgbClr val="FFFFFF"/>
          </a:solidFill>
          <a:ln w="12700">
            <a:miter lim="400000"/>
          </a:ln>
        </p:spPr>
        <p:txBody>
          <a:bodyPr lIns="45719" rIns="45719"/>
          <a:lstStyle/>
          <a:p>
            <a:pPr defTabSz="874531">
              <a:defRPr sz="1700">
                <a:latin typeface="Aptos"/>
                <a:ea typeface="Aptos"/>
                <a:cs typeface="Aptos"/>
                <a:sym typeface="Aptos"/>
              </a:defRPr>
            </a:pPr>
          </a:p>
        </p:txBody>
      </p:sp>
      <p:sp>
        <p:nvSpPr>
          <p:cNvPr id="176" name="Straight Connector 2"/>
          <p:cNvSpPr/>
          <p:nvPr/>
        </p:nvSpPr>
        <p:spPr>
          <a:xfrm>
            <a:off x="3720924" y="1694458"/>
            <a:ext cx="7798152" cy="1"/>
          </a:xfrm>
          <a:prstGeom prst="line">
            <a:avLst/>
          </a:prstGeom>
          <a:ln w="19050">
            <a:solidFill>
              <a:srgbClr val="A9C8E5"/>
            </a:solidFill>
          </a:ln>
        </p:spPr>
        <p:txBody>
          <a:bodyPr lIns="45719" rIns="45719"/>
          <a:lstStyle/>
          <a:p>
            <a:pPr/>
          </a:p>
        </p:txBody>
      </p:sp>
      <p:grpSp>
        <p:nvGrpSpPr>
          <p:cNvPr id="179" name="Oval 3"/>
          <p:cNvGrpSpPr/>
          <p:nvPr/>
        </p:nvGrpSpPr>
        <p:grpSpPr>
          <a:xfrm>
            <a:off x="3474954" y="1448488"/>
            <a:ext cx="491941" cy="491942"/>
            <a:chOff x="0" y="0"/>
            <a:chExt cx="491940" cy="491940"/>
          </a:xfrm>
        </p:grpSpPr>
        <p:sp>
          <p:nvSpPr>
            <p:cNvPr id="177" name="Circle"/>
            <p:cNvSpPr/>
            <p:nvPr/>
          </p:nvSpPr>
          <p:spPr>
            <a:xfrm>
              <a:off x="-1" y="-1"/>
              <a:ext cx="491942" cy="491942"/>
            </a:xfrm>
            <a:prstGeom prst="ellipse">
              <a:avLst/>
            </a:prstGeom>
            <a:solidFill>
              <a:srgbClr val="9BC6F7"/>
            </a:solidFill>
            <a:ln w="12700" cap="flat">
              <a:noFill/>
              <a:miter lim="400000"/>
            </a:ln>
            <a:effectLst/>
          </p:spPr>
          <p:txBody>
            <a:bodyPr wrap="square" lIns="45719" tIns="45719" rIns="45719" bIns="45719" numCol="1" anchor="ctr">
              <a:noAutofit/>
            </a:bodyPr>
            <a:lstStyle/>
            <a:p>
              <a:pPr algn="ctr" defTabSz="874531">
                <a:defRPr b="1" sz="2100">
                  <a:solidFill>
                    <a:srgbClr val="FFFFFF"/>
                  </a:solidFill>
                  <a:latin typeface="Aptos"/>
                  <a:ea typeface="Aptos"/>
                  <a:cs typeface="Aptos"/>
                  <a:sym typeface="Aptos"/>
                </a:defRPr>
              </a:pPr>
            </a:p>
          </p:txBody>
        </p:sp>
        <p:sp>
          <p:nvSpPr>
            <p:cNvPr id="178" name="1"/>
            <p:cNvSpPr txBox="1"/>
            <p:nvPr/>
          </p:nvSpPr>
          <p:spPr>
            <a:xfrm>
              <a:off x="117762" y="47849"/>
              <a:ext cx="256415" cy="3962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defTabSz="874531">
                <a:defRPr b="1" sz="2000">
                  <a:solidFill>
                    <a:srgbClr val="FFFFFF"/>
                  </a:solidFill>
                  <a:latin typeface="Aptos"/>
                  <a:ea typeface="Aptos"/>
                  <a:cs typeface="Aptos"/>
                  <a:sym typeface="Aptos"/>
                </a:defRPr>
              </a:lvl1pPr>
            </a:lstStyle>
            <a:p>
              <a:pPr/>
              <a:r>
                <a:t>1</a:t>
              </a:r>
            </a:p>
          </p:txBody>
        </p:sp>
      </p:grpSp>
      <p:sp>
        <p:nvSpPr>
          <p:cNvPr id="180" name="Rectangle 4"/>
          <p:cNvSpPr txBox="1"/>
          <p:nvPr/>
        </p:nvSpPr>
        <p:spPr>
          <a:xfrm>
            <a:off x="2810096" y="1907947"/>
            <a:ext cx="1821659" cy="3200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defTabSz="874531">
              <a:defRPr sz="1500">
                <a:solidFill>
                  <a:srgbClr val="263E55"/>
                </a:solidFill>
                <a:latin typeface="Aptos"/>
                <a:ea typeface="Aptos"/>
                <a:cs typeface="Aptos"/>
                <a:sym typeface="Aptos"/>
              </a:defRPr>
            </a:lvl1pPr>
          </a:lstStyle>
          <a:p>
            <a:pPr/>
            <a:r>
              <a:t>Welcome</a:t>
            </a:r>
          </a:p>
        </p:txBody>
      </p:sp>
      <p:sp>
        <p:nvSpPr>
          <p:cNvPr id="181" name="Rectangle 5"/>
          <p:cNvSpPr txBox="1"/>
          <p:nvPr/>
        </p:nvSpPr>
        <p:spPr>
          <a:xfrm>
            <a:off x="3083396" y="2151987"/>
            <a:ext cx="1275059" cy="269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defTabSz="874531">
              <a:defRPr sz="1200">
                <a:solidFill>
                  <a:srgbClr val="486B91"/>
                </a:solidFill>
                <a:latin typeface="Aptos"/>
                <a:ea typeface="Aptos"/>
                <a:cs typeface="Aptos"/>
                <a:sym typeface="Aptos"/>
              </a:defRPr>
            </a:lvl1pPr>
          </a:lstStyle>
          <a:p>
            <a:pPr/>
            <a:r>
              <a:t>5 min</a:t>
            </a:r>
          </a:p>
        </p:txBody>
      </p:sp>
      <p:grpSp>
        <p:nvGrpSpPr>
          <p:cNvPr id="184" name="Oval 6"/>
          <p:cNvGrpSpPr/>
          <p:nvPr/>
        </p:nvGrpSpPr>
        <p:grpSpPr>
          <a:xfrm>
            <a:off x="5424492" y="1448488"/>
            <a:ext cx="491941" cy="491942"/>
            <a:chOff x="0" y="0"/>
            <a:chExt cx="491940" cy="491940"/>
          </a:xfrm>
        </p:grpSpPr>
        <p:sp>
          <p:nvSpPr>
            <p:cNvPr id="182" name="Circle"/>
            <p:cNvSpPr/>
            <p:nvPr/>
          </p:nvSpPr>
          <p:spPr>
            <a:xfrm>
              <a:off x="-1" y="-1"/>
              <a:ext cx="491942" cy="491942"/>
            </a:xfrm>
            <a:prstGeom prst="ellipse">
              <a:avLst/>
            </a:prstGeom>
            <a:solidFill>
              <a:srgbClr val="77A78F"/>
            </a:solidFill>
            <a:ln w="12700" cap="flat">
              <a:noFill/>
              <a:miter lim="400000"/>
            </a:ln>
            <a:effectLst/>
          </p:spPr>
          <p:txBody>
            <a:bodyPr wrap="square" lIns="45719" tIns="45719" rIns="45719" bIns="45719" numCol="1" anchor="ctr">
              <a:noAutofit/>
            </a:bodyPr>
            <a:lstStyle/>
            <a:p>
              <a:pPr algn="ctr" defTabSz="874531">
                <a:defRPr b="1" sz="2100">
                  <a:solidFill>
                    <a:srgbClr val="FFFFFF"/>
                  </a:solidFill>
                  <a:latin typeface="Aptos"/>
                  <a:ea typeface="Aptos"/>
                  <a:cs typeface="Aptos"/>
                  <a:sym typeface="Aptos"/>
                </a:defRPr>
              </a:pPr>
            </a:p>
          </p:txBody>
        </p:sp>
        <p:sp>
          <p:nvSpPr>
            <p:cNvPr id="183" name="2"/>
            <p:cNvSpPr txBox="1"/>
            <p:nvPr/>
          </p:nvSpPr>
          <p:spPr>
            <a:xfrm>
              <a:off x="117762" y="47849"/>
              <a:ext cx="256415" cy="3962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defTabSz="874531">
                <a:defRPr b="1" sz="2000">
                  <a:solidFill>
                    <a:srgbClr val="FFFFFF"/>
                  </a:solidFill>
                  <a:latin typeface="Aptos"/>
                  <a:ea typeface="Aptos"/>
                  <a:cs typeface="Aptos"/>
                  <a:sym typeface="Aptos"/>
                </a:defRPr>
              </a:lvl1pPr>
            </a:lstStyle>
            <a:p>
              <a:pPr/>
              <a:r>
                <a:t>2</a:t>
              </a:r>
            </a:p>
          </p:txBody>
        </p:sp>
      </p:grpSp>
      <p:sp>
        <p:nvSpPr>
          <p:cNvPr id="185" name="Rectangle 7"/>
          <p:cNvSpPr txBox="1"/>
          <p:nvPr/>
        </p:nvSpPr>
        <p:spPr>
          <a:xfrm>
            <a:off x="4759633" y="1907947"/>
            <a:ext cx="1821659" cy="3200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defTabSz="874531">
              <a:defRPr sz="1500">
                <a:solidFill>
                  <a:srgbClr val="263E55"/>
                </a:solidFill>
                <a:latin typeface="Aptos"/>
                <a:ea typeface="Aptos"/>
                <a:cs typeface="Aptos"/>
                <a:sym typeface="Aptos"/>
              </a:defRPr>
            </a:lvl1pPr>
          </a:lstStyle>
          <a:p>
            <a:pPr/>
            <a:r>
              <a:t>History</a:t>
            </a:r>
          </a:p>
        </p:txBody>
      </p:sp>
      <p:sp>
        <p:nvSpPr>
          <p:cNvPr id="186" name="Rectangle 8"/>
          <p:cNvSpPr txBox="1"/>
          <p:nvPr/>
        </p:nvSpPr>
        <p:spPr>
          <a:xfrm>
            <a:off x="5032933" y="2151987"/>
            <a:ext cx="1275059" cy="269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defTabSz="874531">
              <a:defRPr sz="1200">
                <a:solidFill>
                  <a:srgbClr val="486B91"/>
                </a:solidFill>
                <a:latin typeface="Aptos"/>
                <a:ea typeface="Aptos"/>
                <a:cs typeface="Aptos"/>
                <a:sym typeface="Aptos"/>
              </a:defRPr>
            </a:lvl1pPr>
          </a:lstStyle>
          <a:p>
            <a:pPr/>
            <a:r>
              <a:t>10 min</a:t>
            </a:r>
          </a:p>
        </p:txBody>
      </p:sp>
      <p:grpSp>
        <p:nvGrpSpPr>
          <p:cNvPr id="189" name="Oval 9"/>
          <p:cNvGrpSpPr/>
          <p:nvPr/>
        </p:nvGrpSpPr>
        <p:grpSpPr>
          <a:xfrm>
            <a:off x="7374031" y="1448488"/>
            <a:ext cx="491941" cy="491942"/>
            <a:chOff x="0" y="0"/>
            <a:chExt cx="491940" cy="491940"/>
          </a:xfrm>
        </p:grpSpPr>
        <p:sp>
          <p:nvSpPr>
            <p:cNvPr id="187" name="Circle"/>
            <p:cNvSpPr/>
            <p:nvPr/>
          </p:nvSpPr>
          <p:spPr>
            <a:xfrm>
              <a:off x="-1" y="-1"/>
              <a:ext cx="491942" cy="491942"/>
            </a:xfrm>
            <a:prstGeom prst="ellipse">
              <a:avLst/>
            </a:prstGeom>
            <a:solidFill>
              <a:srgbClr val="FFBE6B"/>
            </a:solidFill>
            <a:ln w="12700" cap="flat">
              <a:noFill/>
              <a:miter lim="400000"/>
            </a:ln>
            <a:effectLst/>
          </p:spPr>
          <p:txBody>
            <a:bodyPr wrap="square" lIns="45719" tIns="45719" rIns="45719" bIns="45719" numCol="1" anchor="ctr">
              <a:noAutofit/>
            </a:bodyPr>
            <a:lstStyle/>
            <a:p>
              <a:pPr algn="ctr" defTabSz="874531">
                <a:defRPr b="1" sz="2100">
                  <a:solidFill>
                    <a:srgbClr val="FFFFFF"/>
                  </a:solidFill>
                  <a:latin typeface="Aptos"/>
                  <a:ea typeface="Aptos"/>
                  <a:cs typeface="Aptos"/>
                  <a:sym typeface="Aptos"/>
                </a:defRPr>
              </a:pPr>
            </a:p>
          </p:txBody>
        </p:sp>
        <p:sp>
          <p:nvSpPr>
            <p:cNvPr id="188" name="3"/>
            <p:cNvSpPr txBox="1"/>
            <p:nvPr/>
          </p:nvSpPr>
          <p:spPr>
            <a:xfrm>
              <a:off x="117762" y="47849"/>
              <a:ext cx="256415" cy="3962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defTabSz="874531">
                <a:defRPr b="1" sz="2000">
                  <a:solidFill>
                    <a:srgbClr val="FFFFFF"/>
                  </a:solidFill>
                  <a:latin typeface="Aptos"/>
                  <a:ea typeface="Aptos"/>
                  <a:cs typeface="Aptos"/>
                  <a:sym typeface="Aptos"/>
                </a:defRPr>
              </a:lvl1pPr>
            </a:lstStyle>
            <a:p>
              <a:pPr/>
              <a:r>
                <a:t>3</a:t>
              </a:r>
            </a:p>
          </p:txBody>
        </p:sp>
      </p:grpSp>
      <p:sp>
        <p:nvSpPr>
          <p:cNvPr id="190" name="Rectangle 10"/>
          <p:cNvSpPr txBox="1"/>
          <p:nvPr/>
        </p:nvSpPr>
        <p:spPr>
          <a:xfrm>
            <a:off x="6709170" y="1907947"/>
            <a:ext cx="1821659" cy="3200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defTabSz="874531">
              <a:defRPr sz="1500">
                <a:solidFill>
                  <a:srgbClr val="263E55"/>
                </a:solidFill>
                <a:latin typeface="Aptos"/>
                <a:ea typeface="Aptos"/>
                <a:cs typeface="Aptos"/>
                <a:sym typeface="Aptos"/>
              </a:defRPr>
            </a:lvl1pPr>
          </a:lstStyle>
          <a:p>
            <a:pPr/>
            <a:r>
              <a:t>Evaluation</a:t>
            </a:r>
          </a:p>
        </p:txBody>
      </p:sp>
      <p:sp>
        <p:nvSpPr>
          <p:cNvPr id="191" name="Rectangle 11"/>
          <p:cNvSpPr txBox="1"/>
          <p:nvPr/>
        </p:nvSpPr>
        <p:spPr>
          <a:xfrm>
            <a:off x="6982471" y="2151987"/>
            <a:ext cx="1275059" cy="269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defTabSz="874531">
              <a:defRPr sz="1200">
                <a:solidFill>
                  <a:srgbClr val="486B91"/>
                </a:solidFill>
                <a:latin typeface="Aptos"/>
                <a:ea typeface="Aptos"/>
                <a:cs typeface="Aptos"/>
                <a:sym typeface="Aptos"/>
              </a:defRPr>
            </a:lvl1pPr>
          </a:lstStyle>
          <a:p>
            <a:pPr/>
            <a:r>
              <a:t>20 min</a:t>
            </a:r>
          </a:p>
        </p:txBody>
      </p:sp>
      <p:grpSp>
        <p:nvGrpSpPr>
          <p:cNvPr id="194" name="Oval 12"/>
          <p:cNvGrpSpPr/>
          <p:nvPr/>
        </p:nvGrpSpPr>
        <p:grpSpPr>
          <a:xfrm>
            <a:off x="9323568" y="1448488"/>
            <a:ext cx="491941" cy="491942"/>
            <a:chOff x="0" y="0"/>
            <a:chExt cx="491940" cy="491940"/>
          </a:xfrm>
        </p:grpSpPr>
        <p:sp>
          <p:nvSpPr>
            <p:cNvPr id="192" name="Circle"/>
            <p:cNvSpPr/>
            <p:nvPr/>
          </p:nvSpPr>
          <p:spPr>
            <a:xfrm>
              <a:off x="-1" y="-1"/>
              <a:ext cx="491942" cy="491942"/>
            </a:xfrm>
            <a:prstGeom prst="ellipse">
              <a:avLst/>
            </a:prstGeom>
            <a:solidFill>
              <a:srgbClr val="A779A9"/>
            </a:solidFill>
            <a:ln w="12700" cap="flat">
              <a:noFill/>
              <a:miter lim="400000"/>
            </a:ln>
            <a:effectLst/>
          </p:spPr>
          <p:txBody>
            <a:bodyPr wrap="square" lIns="45719" tIns="45719" rIns="45719" bIns="45719" numCol="1" anchor="ctr">
              <a:noAutofit/>
            </a:bodyPr>
            <a:lstStyle/>
            <a:p>
              <a:pPr algn="ctr" defTabSz="874531">
                <a:defRPr b="1" sz="2100">
                  <a:solidFill>
                    <a:srgbClr val="FFFFFF"/>
                  </a:solidFill>
                  <a:latin typeface="Aptos"/>
                  <a:ea typeface="Aptos"/>
                  <a:cs typeface="Aptos"/>
                  <a:sym typeface="Aptos"/>
                </a:defRPr>
              </a:pPr>
            </a:p>
          </p:txBody>
        </p:sp>
        <p:sp>
          <p:nvSpPr>
            <p:cNvPr id="193" name="4"/>
            <p:cNvSpPr txBox="1"/>
            <p:nvPr/>
          </p:nvSpPr>
          <p:spPr>
            <a:xfrm>
              <a:off x="117762" y="47849"/>
              <a:ext cx="256415" cy="3962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defTabSz="874531">
                <a:defRPr b="1" sz="2000">
                  <a:solidFill>
                    <a:srgbClr val="FFFFFF"/>
                  </a:solidFill>
                  <a:latin typeface="Aptos"/>
                  <a:ea typeface="Aptos"/>
                  <a:cs typeface="Aptos"/>
                  <a:sym typeface="Aptos"/>
                </a:defRPr>
              </a:lvl1pPr>
            </a:lstStyle>
            <a:p>
              <a:pPr/>
              <a:r>
                <a:t>4</a:t>
              </a:r>
            </a:p>
          </p:txBody>
        </p:sp>
      </p:grpSp>
      <p:sp>
        <p:nvSpPr>
          <p:cNvPr id="195" name="Rectangle 13"/>
          <p:cNvSpPr txBox="1"/>
          <p:nvPr/>
        </p:nvSpPr>
        <p:spPr>
          <a:xfrm>
            <a:off x="8658709" y="1907947"/>
            <a:ext cx="1821658" cy="3200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defTabSz="874531">
              <a:defRPr sz="1500">
                <a:solidFill>
                  <a:srgbClr val="263E55"/>
                </a:solidFill>
                <a:latin typeface="Aptos"/>
                <a:ea typeface="Aptos"/>
                <a:cs typeface="Aptos"/>
                <a:sym typeface="Aptos"/>
              </a:defRPr>
            </a:lvl1pPr>
          </a:lstStyle>
          <a:p>
            <a:pPr/>
            <a:r>
              <a:t>Review Results</a:t>
            </a:r>
          </a:p>
        </p:txBody>
      </p:sp>
      <p:sp>
        <p:nvSpPr>
          <p:cNvPr id="196" name="Rectangle 14"/>
          <p:cNvSpPr txBox="1"/>
          <p:nvPr/>
        </p:nvSpPr>
        <p:spPr>
          <a:xfrm>
            <a:off x="8932009" y="2151987"/>
            <a:ext cx="1275059" cy="269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defTabSz="874531">
              <a:defRPr sz="1200">
                <a:solidFill>
                  <a:srgbClr val="486B91"/>
                </a:solidFill>
                <a:latin typeface="Aptos"/>
                <a:ea typeface="Aptos"/>
                <a:cs typeface="Aptos"/>
                <a:sym typeface="Aptos"/>
              </a:defRPr>
            </a:lvl1pPr>
          </a:lstStyle>
          <a:p>
            <a:pPr/>
            <a:r>
              <a:t>10 min</a:t>
            </a:r>
          </a:p>
        </p:txBody>
      </p:sp>
      <p:grpSp>
        <p:nvGrpSpPr>
          <p:cNvPr id="199" name="Oval 15"/>
          <p:cNvGrpSpPr/>
          <p:nvPr/>
        </p:nvGrpSpPr>
        <p:grpSpPr>
          <a:xfrm>
            <a:off x="11273105" y="1448488"/>
            <a:ext cx="491941" cy="491942"/>
            <a:chOff x="0" y="0"/>
            <a:chExt cx="491940" cy="491940"/>
          </a:xfrm>
        </p:grpSpPr>
        <p:sp>
          <p:nvSpPr>
            <p:cNvPr id="197" name="Circle"/>
            <p:cNvSpPr/>
            <p:nvPr/>
          </p:nvSpPr>
          <p:spPr>
            <a:xfrm>
              <a:off x="-1" y="-1"/>
              <a:ext cx="491942" cy="491942"/>
            </a:xfrm>
            <a:prstGeom prst="ellipse">
              <a:avLst/>
            </a:prstGeom>
            <a:solidFill>
              <a:srgbClr val="E37E77"/>
            </a:solidFill>
            <a:ln w="12700" cap="flat">
              <a:noFill/>
              <a:miter lim="400000"/>
            </a:ln>
            <a:effectLst/>
          </p:spPr>
          <p:txBody>
            <a:bodyPr wrap="square" lIns="45719" tIns="45719" rIns="45719" bIns="45719" numCol="1" anchor="ctr">
              <a:noAutofit/>
            </a:bodyPr>
            <a:lstStyle/>
            <a:p>
              <a:pPr algn="ctr" defTabSz="874531">
                <a:defRPr b="1" sz="2100">
                  <a:solidFill>
                    <a:srgbClr val="FFFFFF"/>
                  </a:solidFill>
                  <a:latin typeface="Aptos"/>
                  <a:ea typeface="Aptos"/>
                  <a:cs typeface="Aptos"/>
                  <a:sym typeface="Aptos"/>
                </a:defRPr>
              </a:pPr>
            </a:p>
          </p:txBody>
        </p:sp>
        <p:sp>
          <p:nvSpPr>
            <p:cNvPr id="198" name="5"/>
            <p:cNvSpPr txBox="1"/>
            <p:nvPr/>
          </p:nvSpPr>
          <p:spPr>
            <a:xfrm>
              <a:off x="117762" y="47849"/>
              <a:ext cx="256415" cy="3962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defTabSz="874531">
                <a:defRPr b="1" sz="2000">
                  <a:solidFill>
                    <a:srgbClr val="FFFFFF"/>
                  </a:solidFill>
                  <a:latin typeface="Aptos"/>
                  <a:ea typeface="Aptos"/>
                  <a:cs typeface="Aptos"/>
                  <a:sym typeface="Aptos"/>
                </a:defRPr>
              </a:lvl1pPr>
            </a:lstStyle>
            <a:p>
              <a:pPr/>
              <a:r>
                <a:t>5</a:t>
              </a:r>
            </a:p>
          </p:txBody>
        </p:sp>
      </p:grpSp>
      <p:sp>
        <p:nvSpPr>
          <p:cNvPr id="200" name="Rectangle 16"/>
          <p:cNvSpPr txBox="1"/>
          <p:nvPr/>
        </p:nvSpPr>
        <p:spPr>
          <a:xfrm>
            <a:off x="10608245" y="1907947"/>
            <a:ext cx="1821659" cy="3200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defTabSz="874531">
              <a:defRPr b="1" sz="1500">
                <a:solidFill>
                  <a:srgbClr val="263E55"/>
                </a:solidFill>
                <a:latin typeface="Aptos"/>
                <a:ea typeface="Aptos"/>
                <a:cs typeface="Aptos"/>
                <a:sym typeface="Aptos"/>
              </a:defRPr>
            </a:lvl1pPr>
          </a:lstStyle>
          <a:p>
            <a:pPr/>
            <a:r>
              <a:t>Next Steps</a:t>
            </a:r>
          </a:p>
        </p:txBody>
      </p:sp>
      <p:sp>
        <p:nvSpPr>
          <p:cNvPr id="201" name="Rectangle 17"/>
          <p:cNvSpPr txBox="1"/>
          <p:nvPr/>
        </p:nvSpPr>
        <p:spPr>
          <a:xfrm>
            <a:off x="10881546" y="2151987"/>
            <a:ext cx="1275059" cy="269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defTabSz="874531">
              <a:defRPr sz="1200">
                <a:solidFill>
                  <a:srgbClr val="486B91"/>
                </a:solidFill>
                <a:latin typeface="Aptos"/>
                <a:ea typeface="Aptos"/>
                <a:cs typeface="Aptos"/>
                <a:sym typeface="Aptos"/>
              </a:defRPr>
            </a:lvl1pPr>
          </a:lstStyle>
          <a:p>
            <a:pPr/>
            <a:r>
              <a:t>5 min</a:t>
            </a: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6F8F7"/>
        </a:solidFill>
      </p:bgPr>
    </p:bg>
    <p:spTree>
      <p:nvGrpSpPr>
        <p:cNvPr id="1" name=""/>
        <p:cNvGrpSpPr/>
        <p:nvPr/>
      </p:nvGrpSpPr>
      <p:grpSpPr>
        <a:xfrm>
          <a:off x="0" y="0"/>
          <a:ext cx="0" cy="0"/>
          <a:chOff x="0" y="0"/>
          <a:chExt cx="0" cy="0"/>
        </a:xfrm>
      </p:grpSpPr>
      <p:sp>
        <p:nvSpPr>
          <p:cNvPr id="205" name="Rectangle 20"/>
          <p:cNvSpPr txBox="1"/>
          <p:nvPr/>
        </p:nvSpPr>
        <p:spPr>
          <a:xfrm>
            <a:off x="655319" y="333375"/>
            <a:ext cx="3718562" cy="38751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2100">
                <a:solidFill>
                  <a:srgbClr val="087F83"/>
                </a:solidFill>
                <a:latin typeface="Arial"/>
                <a:ea typeface="Arial"/>
                <a:cs typeface="Arial"/>
                <a:sym typeface="Arial"/>
              </a:defRPr>
            </a:lvl1pPr>
          </a:lstStyle>
          <a:p>
            <a:pPr/>
            <a:r>
              <a:t>CareScribe</a:t>
            </a:r>
          </a:p>
        </p:txBody>
      </p:sp>
      <p:sp>
        <p:nvSpPr>
          <p:cNvPr id="206" name="Rectangle 1"/>
          <p:cNvSpPr txBox="1"/>
          <p:nvPr/>
        </p:nvSpPr>
        <p:spPr>
          <a:xfrm>
            <a:off x="9284969" y="409575"/>
            <a:ext cx="5242562" cy="26425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200">
                <a:solidFill>
                  <a:srgbClr val="53707B"/>
                </a:solidFill>
                <a:latin typeface="Arial"/>
                <a:ea typeface="Arial"/>
                <a:cs typeface="Arial"/>
                <a:sym typeface="Arial"/>
              </a:defRPr>
            </a:lvl1pPr>
          </a:lstStyle>
          <a:p>
            <a:pPr/>
            <a:r>
              <a:t>COMMERCIAL VALUE</a:t>
            </a:r>
          </a:p>
        </p:txBody>
      </p:sp>
      <p:sp>
        <p:nvSpPr>
          <p:cNvPr id="207" name="Rectangle 2"/>
          <p:cNvSpPr txBox="1"/>
          <p:nvPr/>
        </p:nvSpPr>
        <p:spPr>
          <a:xfrm>
            <a:off x="655319" y="8096250"/>
            <a:ext cx="11338562" cy="23927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100">
                <a:solidFill>
                  <a:srgbClr val="53707B"/>
                </a:solidFill>
                <a:latin typeface="Arial"/>
                <a:ea typeface="Arial"/>
                <a:cs typeface="Arial"/>
                <a:sym typeface="Arial"/>
              </a:defRPr>
            </a:lvl1pPr>
          </a:lstStyle>
          <a:p>
            <a:pPr/>
            <a:r>
              <a:t>CareScribe  /  Pediatric speech evaluations</a:t>
            </a:r>
          </a:p>
        </p:txBody>
      </p:sp>
      <p:sp>
        <p:nvSpPr>
          <p:cNvPr id="208" name="Rectangle 3"/>
          <p:cNvSpPr txBox="1"/>
          <p:nvPr/>
        </p:nvSpPr>
        <p:spPr>
          <a:xfrm>
            <a:off x="14142719" y="8039100"/>
            <a:ext cx="480062" cy="276539"/>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300">
                <a:solidFill>
                  <a:srgbClr val="53707B"/>
                </a:solidFill>
                <a:latin typeface="Arial"/>
                <a:ea typeface="Arial"/>
                <a:cs typeface="Arial"/>
                <a:sym typeface="Arial"/>
              </a:defRPr>
            </a:lvl1pPr>
          </a:lstStyle>
          <a:p>
            <a:pPr/>
            <a:r>
              <a:t>02</a:t>
            </a:r>
          </a:p>
        </p:txBody>
      </p:sp>
      <p:sp>
        <p:nvSpPr>
          <p:cNvPr id="209" name="Rectangle 4"/>
          <p:cNvSpPr txBox="1"/>
          <p:nvPr/>
        </p:nvSpPr>
        <p:spPr>
          <a:xfrm>
            <a:off x="655319" y="1066800"/>
            <a:ext cx="13910312" cy="64632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4000">
                <a:solidFill>
                  <a:srgbClr val="122F3B"/>
                </a:solidFill>
                <a:latin typeface="Arial"/>
                <a:ea typeface="Arial"/>
                <a:cs typeface="Arial"/>
                <a:sym typeface="Arial"/>
              </a:defRPr>
            </a:lvl1pPr>
          </a:lstStyle>
          <a:p>
            <a:pPr/>
            <a:r>
              <a:t>Better visits. Capacity to grow.</a:t>
            </a:r>
          </a:p>
        </p:txBody>
      </p:sp>
      <p:sp>
        <p:nvSpPr>
          <p:cNvPr id="210" name="Rectangle 5"/>
          <p:cNvSpPr txBox="1"/>
          <p:nvPr/>
        </p:nvSpPr>
        <p:spPr>
          <a:xfrm>
            <a:off x="655319" y="1971675"/>
            <a:ext cx="13815062" cy="37523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2000">
                <a:solidFill>
                  <a:srgbClr val="53707B"/>
                </a:solidFill>
                <a:latin typeface="Arial"/>
                <a:ea typeface="Arial"/>
                <a:cs typeface="Arial"/>
                <a:sym typeface="Arial"/>
              </a:defRPr>
            </a:lvl1pPr>
          </a:lstStyle>
          <a:p>
            <a:pPr/>
            <a:r>
              <a:t>Designed to support clinicians, reassure families and make scarce clinical time go further.</a:t>
            </a:r>
          </a:p>
        </p:txBody>
      </p:sp>
      <p:sp>
        <p:nvSpPr>
          <p:cNvPr id="211" name="Rectangle 6"/>
          <p:cNvSpPr txBox="1"/>
          <p:nvPr/>
        </p:nvSpPr>
        <p:spPr>
          <a:xfrm>
            <a:off x="655319" y="2867025"/>
            <a:ext cx="6718937" cy="301108"/>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1500">
                <a:solidFill>
                  <a:srgbClr val="087F83"/>
                </a:solidFill>
                <a:latin typeface="Arial"/>
                <a:ea typeface="Arial"/>
                <a:cs typeface="Arial"/>
                <a:sym typeface="Arial"/>
              </a:defRPr>
            </a:lvl1pPr>
          </a:lstStyle>
          <a:p>
            <a:pPr/>
            <a:r>
              <a:t>VALUE FOR CLINICIANS &amp; FAMILIES</a:t>
            </a:r>
          </a:p>
        </p:txBody>
      </p:sp>
      <p:sp>
        <p:nvSpPr>
          <p:cNvPr id="212" name="Rectangle 7"/>
          <p:cNvSpPr txBox="1"/>
          <p:nvPr/>
        </p:nvSpPr>
        <p:spPr>
          <a:xfrm>
            <a:off x="655319" y="3390900"/>
            <a:ext cx="2004062" cy="38751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2100">
                <a:solidFill>
                  <a:srgbClr val="122F3B"/>
                </a:solidFill>
                <a:latin typeface="Arial"/>
                <a:ea typeface="Arial"/>
                <a:cs typeface="Arial"/>
                <a:sym typeface="Arial"/>
              </a:defRPr>
            </a:lvl1pPr>
          </a:lstStyle>
          <a:p>
            <a:pPr/>
            <a:r>
              <a:t>Clinicians</a:t>
            </a:r>
          </a:p>
        </p:txBody>
      </p:sp>
      <p:sp>
        <p:nvSpPr>
          <p:cNvPr id="213" name="Rectangle 8"/>
          <p:cNvSpPr txBox="1"/>
          <p:nvPr/>
        </p:nvSpPr>
        <p:spPr>
          <a:xfrm>
            <a:off x="655319" y="3848100"/>
            <a:ext cx="6576062" cy="642346"/>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1900">
                <a:solidFill>
                  <a:srgbClr val="122F3B"/>
                </a:solidFill>
                <a:latin typeface="Arial"/>
                <a:ea typeface="Arial"/>
                <a:cs typeface="Arial"/>
                <a:sym typeface="Arial"/>
              </a:defRPr>
            </a:pPr>
            <a:r>
              <a:t>Less cognitive burden and repeat explanation.</a:t>
            </a:r>
          </a:p>
          <a:p>
            <a:pPr>
              <a:defRPr sz="1900">
                <a:solidFill>
                  <a:srgbClr val="122F3B"/>
                </a:solidFill>
                <a:latin typeface="Arial"/>
                <a:ea typeface="Arial"/>
                <a:cs typeface="Arial"/>
                <a:sym typeface="Arial"/>
              </a:defRPr>
            </a:pPr>
            <a:r>
              <a:t>A smoother evaluation workflow.</a:t>
            </a:r>
          </a:p>
        </p:txBody>
      </p:sp>
      <p:sp>
        <p:nvSpPr>
          <p:cNvPr id="214" name="Rectangle 9"/>
          <p:cNvSpPr txBox="1"/>
          <p:nvPr/>
        </p:nvSpPr>
        <p:spPr>
          <a:xfrm>
            <a:off x="655319" y="4857750"/>
            <a:ext cx="2004062" cy="38751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2100">
                <a:solidFill>
                  <a:srgbClr val="122F3B"/>
                </a:solidFill>
                <a:latin typeface="Arial"/>
                <a:ea typeface="Arial"/>
                <a:cs typeface="Arial"/>
                <a:sym typeface="Arial"/>
              </a:defRPr>
            </a:lvl1pPr>
          </a:lstStyle>
          <a:p>
            <a:pPr/>
            <a:r>
              <a:t>Families</a:t>
            </a:r>
          </a:p>
        </p:txBody>
      </p:sp>
      <p:sp>
        <p:nvSpPr>
          <p:cNvPr id="215" name="Rectangle 10"/>
          <p:cNvSpPr txBox="1"/>
          <p:nvPr/>
        </p:nvSpPr>
        <p:spPr>
          <a:xfrm>
            <a:off x="655319" y="5314950"/>
            <a:ext cx="6576062" cy="642346"/>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1900">
                <a:solidFill>
                  <a:srgbClr val="122F3B"/>
                </a:solidFill>
                <a:latin typeface="Arial"/>
                <a:ea typeface="Arial"/>
                <a:cs typeface="Arial"/>
                <a:sym typeface="Arial"/>
              </a:defRPr>
            </a:pPr>
            <a:r>
              <a:t>Greater confidence, clearer next steps and</a:t>
            </a:r>
          </a:p>
          <a:p>
            <a:pPr>
              <a:defRPr sz="1900">
                <a:solidFill>
                  <a:srgbClr val="122F3B"/>
                </a:solidFill>
                <a:latin typeface="Arial"/>
                <a:ea typeface="Arial"/>
                <a:cs typeface="Arial"/>
                <a:sym typeface="Arial"/>
              </a:defRPr>
            </a:pPr>
            <a:r>
              <a:t>a personalized reference to revisit at home.</a:t>
            </a:r>
          </a:p>
        </p:txBody>
      </p:sp>
      <p:sp>
        <p:nvSpPr>
          <p:cNvPr id="216" name="Rectangle 11"/>
          <p:cNvSpPr txBox="1"/>
          <p:nvPr/>
        </p:nvSpPr>
        <p:spPr>
          <a:xfrm>
            <a:off x="655319" y="6457950"/>
            <a:ext cx="6718937" cy="301108"/>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1500">
                <a:solidFill>
                  <a:srgbClr val="087F83"/>
                </a:solidFill>
                <a:latin typeface="Arial"/>
                <a:ea typeface="Arial"/>
                <a:cs typeface="Arial"/>
                <a:sym typeface="Arial"/>
              </a:defRPr>
            </a:lvl1pPr>
          </a:lstStyle>
          <a:p>
            <a:pPr/>
            <a:r>
              <a:t>CAPACITY &amp; REVENUE HYPOTHESIS</a:t>
            </a:r>
          </a:p>
        </p:txBody>
      </p:sp>
      <p:sp>
        <p:nvSpPr>
          <p:cNvPr id="217" name="Rectangle 12"/>
          <p:cNvSpPr txBox="1"/>
          <p:nvPr/>
        </p:nvSpPr>
        <p:spPr>
          <a:xfrm>
            <a:off x="655319" y="6924675"/>
            <a:ext cx="6766562" cy="617362"/>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a:solidFill>
                  <a:srgbClr val="122F3B"/>
                </a:solidFill>
                <a:latin typeface="Arial"/>
                <a:ea typeface="Arial"/>
                <a:cs typeface="Arial"/>
                <a:sym typeface="Arial"/>
              </a:defRPr>
            </a:pPr>
            <a:r>
              <a:t>Time saved can enable more appropriate visits.</a:t>
            </a:r>
          </a:p>
          <a:p>
            <a:pPr>
              <a:defRPr>
                <a:solidFill>
                  <a:srgbClr val="122F3B"/>
                </a:solidFill>
                <a:latin typeface="Arial"/>
                <a:ea typeface="Arial"/>
                <a:cs typeface="Arial"/>
                <a:sym typeface="Arial"/>
              </a:defRPr>
            </a:pPr>
            <a:r>
              <a:t>Added visits × net revenue per visit = revenue upside</a:t>
            </a:r>
          </a:p>
        </p:txBody>
      </p:sp>
      <p:sp>
        <p:nvSpPr>
          <p:cNvPr id="218" name="Rectangle 13"/>
          <p:cNvSpPr txBox="1"/>
          <p:nvPr/>
        </p:nvSpPr>
        <p:spPr>
          <a:xfrm>
            <a:off x="8199119" y="2867025"/>
            <a:ext cx="6480812" cy="301108"/>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1500">
                <a:solidFill>
                  <a:srgbClr val="087F83"/>
                </a:solidFill>
                <a:latin typeface="Arial"/>
                <a:ea typeface="Arial"/>
                <a:cs typeface="Arial"/>
                <a:sym typeface="Arial"/>
              </a:defRPr>
            </a:lvl1pPr>
          </a:lstStyle>
          <a:p>
            <a:pPr/>
            <a:r>
              <a:t>PROPOSED COMMERCIAL MODEL</a:t>
            </a:r>
          </a:p>
        </p:txBody>
      </p:sp>
      <p:sp>
        <p:nvSpPr>
          <p:cNvPr id="219" name="Rectangle 14"/>
          <p:cNvSpPr txBox="1"/>
          <p:nvPr/>
        </p:nvSpPr>
        <p:spPr>
          <a:xfrm>
            <a:off x="8199119" y="3362325"/>
            <a:ext cx="6385562" cy="41250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2200">
                <a:solidFill>
                  <a:srgbClr val="122F3B"/>
                </a:solidFill>
                <a:latin typeface="Arial"/>
                <a:ea typeface="Arial"/>
                <a:cs typeface="Arial"/>
                <a:sym typeface="Arial"/>
              </a:defRPr>
            </a:lvl1pPr>
          </a:lstStyle>
          <a:p>
            <a:pPr/>
            <a:r>
              <a:t>Sell to provider organizations</a:t>
            </a:r>
          </a:p>
        </p:txBody>
      </p:sp>
      <p:sp>
        <p:nvSpPr>
          <p:cNvPr id="220" name="Rectangle 15"/>
          <p:cNvSpPr txBox="1"/>
          <p:nvPr/>
        </p:nvSpPr>
        <p:spPr>
          <a:xfrm>
            <a:off x="8199119" y="3886200"/>
            <a:ext cx="6290312" cy="921746"/>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1900">
                <a:solidFill>
                  <a:srgbClr val="122F3B"/>
                </a:solidFill>
                <a:latin typeface="Arial"/>
                <a:ea typeface="Arial"/>
                <a:cs typeface="Arial"/>
                <a:sym typeface="Arial"/>
              </a:defRPr>
            </a:pPr>
            <a:r>
              <a:t>Start with pediatric therapy practices.</a:t>
            </a:r>
          </a:p>
          <a:p>
            <a:pPr>
              <a:defRPr sz="1900">
                <a:solidFill>
                  <a:srgbClr val="122F3B"/>
                </a:solidFill>
                <a:latin typeface="Arial"/>
                <a:ea typeface="Arial"/>
                <a:cs typeface="Arial"/>
                <a:sym typeface="Arial"/>
              </a:defRPr>
            </a:pPr>
            <a:r>
              <a:t>Annual subscription: [$ / clinician / month]</a:t>
            </a:r>
          </a:p>
          <a:p>
            <a:pPr>
              <a:defRPr sz="1900">
                <a:solidFill>
                  <a:srgbClr val="122F3B"/>
                </a:solidFill>
                <a:latin typeface="Arial"/>
                <a:ea typeface="Arial"/>
                <a:cs typeface="Arial"/>
                <a:sym typeface="Arial"/>
              </a:defRPr>
            </a:pPr>
            <a:r>
              <a:t>Expand to multi-site groups and health systems.</a:t>
            </a:r>
          </a:p>
        </p:txBody>
      </p:sp>
      <p:sp>
        <p:nvSpPr>
          <p:cNvPr id="221" name="Rectangle 16"/>
          <p:cNvSpPr txBox="1"/>
          <p:nvPr/>
        </p:nvSpPr>
        <p:spPr>
          <a:xfrm>
            <a:off x="8199119" y="5210175"/>
            <a:ext cx="6480812" cy="313393"/>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600">
                <a:solidFill>
                  <a:srgbClr val="53707B"/>
                </a:solidFill>
                <a:latin typeface="Arial"/>
                <a:ea typeface="Arial"/>
                <a:cs typeface="Arial"/>
                <a:sym typeface="Arial"/>
              </a:defRPr>
            </a:lvl1pPr>
          </a:lstStyle>
          <a:p>
            <a:pPr/>
            <a:r>
              <a:t>Adoption: workflow fit and AI / privacy review</a:t>
            </a:r>
          </a:p>
        </p:txBody>
      </p:sp>
      <p:sp>
        <p:nvSpPr>
          <p:cNvPr id="222" name="Rectangle 17"/>
          <p:cNvSpPr txBox="1"/>
          <p:nvPr/>
        </p:nvSpPr>
        <p:spPr>
          <a:xfrm>
            <a:off x="8199119" y="6505503"/>
            <a:ext cx="6385562" cy="301109"/>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1500">
                <a:solidFill>
                  <a:srgbClr val="087F83"/>
                </a:solidFill>
                <a:latin typeface="Arial"/>
                <a:ea typeface="Arial"/>
                <a:cs typeface="Arial"/>
                <a:sym typeface="Arial"/>
              </a:defRPr>
            </a:lvl1pPr>
          </a:lstStyle>
          <a:p>
            <a:pPr/>
            <a:r>
              <a:t>U.S. MARKET OPPORTUNITY</a:t>
            </a:r>
          </a:p>
        </p:txBody>
      </p:sp>
      <p:sp>
        <p:nvSpPr>
          <p:cNvPr id="223" name="Rectangle 19"/>
          <p:cNvSpPr txBox="1"/>
          <p:nvPr/>
        </p:nvSpPr>
        <p:spPr>
          <a:xfrm>
            <a:off x="8199119" y="6896100"/>
            <a:ext cx="6480812" cy="617362"/>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a:solidFill>
                  <a:srgbClr val="122F3B"/>
                </a:solidFill>
                <a:latin typeface="Arial"/>
                <a:ea typeface="Arial"/>
                <a:cs typeface="Arial"/>
                <a:sym typeface="Arial"/>
              </a:defRPr>
            </a:pPr>
            <a:r>
              <a:t>[Eligible clinician seats] × [annual price per seat]</a:t>
            </a:r>
          </a:p>
          <a:p>
            <a:pPr>
              <a:defRPr>
                <a:solidFill>
                  <a:srgbClr val="122F3B"/>
                </a:solidFill>
                <a:latin typeface="Arial"/>
                <a:ea typeface="Arial"/>
                <a:cs typeface="Arial"/>
                <a:sym typeface="Arial"/>
              </a:defRPr>
            </a:pPr>
            <a:r>
              <a:t>Initial pediatric SLP segment: [seats] / </a:t>
            </a:r>
            <a:r>
              <a:t>$ price ]</a:t>
            </a:r>
          </a:p>
        </p:txBody>
      </p:sp>
      <p:sp>
        <p:nvSpPr>
          <p:cNvPr id="224" name="Straight Connector 22"/>
          <p:cNvSpPr/>
          <p:nvPr/>
        </p:nvSpPr>
        <p:spPr>
          <a:xfrm flipH="1">
            <a:off x="7619999" y="2867025"/>
            <a:ext cx="1" cy="5229226"/>
          </a:xfrm>
          <a:prstGeom prst="line">
            <a:avLst/>
          </a:prstGeom>
          <a:ln w="12700">
            <a:solidFill>
              <a:schemeClr val="accent1"/>
            </a:solidFill>
          </a:ln>
        </p:spPr>
        <p:txBody>
          <a:bodyPr lIns="45719" rIns="45719"/>
          <a:lstStyle/>
          <a:p>
            <a:pP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A7A7A7"/>
      </a:dk2>
      <a:lt2>
        <a:srgbClr val="535353"/>
      </a:lt2>
      <a:accent1>
        <a:srgbClr val="156082"/>
      </a:accent1>
      <a:accent2>
        <a:srgbClr val="E97132"/>
      </a:accent2>
      <a:accent3>
        <a:srgbClr val="196B24"/>
      </a:accent3>
      <a:accent4>
        <a:srgbClr val="0F9ED5"/>
      </a:accent4>
      <a:accent5>
        <a:srgbClr val="A02B93"/>
      </a:accent5>
      <a:accent6>
        <a:srgbClr val="4EA72E"/>
      </a:accent6>
      <a:hlink>
        <a:srgbClr val="0000FF"/>
      </a:hlink>
      <a:folHlink>
        <a:srgbClr val="FF00FF"/>
      </a:folHlink>
    </a:clrScheme>
    <a:fontScheme name="ChatGPT">
      <a:majorFont>
        <a:latin typeface="Helvetica Neue"/>
        <a:ea typeface="Helvetica Neue"/>
        <a:cs typeface="Helvetica Neue"/>
      </a:majorFont>
      <a:minorFont>
        <a:latin typeface="Helvetica"/>
        <a:ea typeface="Helvetica"/>
        <a:cs typeface="Helvetica"/>
      </a:minorFont>
    </a:fontScheme>
    <a:fmtScheme name="ChatGP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9050" cap="flat">
          <a:solidFill>
            <a:schemeClr val="accent1"/>
          </a:solidFill>
          <a:prstDash val="solid"/>
          <a:round/>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9050" cap="flat">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A7A7A7"/>
      </a:dk2>
      <a:lt2>
        <a:srgbClr val="535353"/>
      </a:lt2>
      <a:accent1>
        <a:srgbClr val="156082"/>
      </a:accent1>
      <a:accent2>
        <a:srgbClr val="E97132"/>
      </a:accent2>
      <a:accent3>
        <a:srgbClr val="196B24"/>
      </a:accent3>
      <a:accent4>
        <a:srgbClr val="0F9ED5"/>
      </a:accent4>
      <a:accent5>
        <a:srgbClr val="A02B93"/>
      </a:accent5>
      <a:accent6>
        <a:srgbClr val="4EA72E"/>
      </a:accent6>
      <a:hlink>
        <a:srgbClr val="0000FF"/>
      </a:hlink>
      <a:folHlink>
        <a:srgbClr val="FF00FF"/>
      </a:folHlink>
    </a:clrScheme>
    <a:fontScheme name="ChatGPT">
      <a:majorFont>
        <a:latin typeface="Helvetica Neue"/>
        <a:ea typeface="Helvetica Neue"/>
        <a:cs typeface="Helvetica Neue"/>
      </a:majorFont>
      <a:minorFont>
        <a:latin typeface="Helvetica"/>
        <a:ea typeface="Helvetica"/>
        <a:cs typeface="Helvetica"/>
      </a:minorFont>
    </a:fontScheme>
    <a:fmtScheme name="ChatGP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9050" cap="flat">
          <a:solidFill>
            <a:schemeClr val="accent1"/>
          </a:solidFill>
          <a:prstDash val="solid"/>
          <a:round/>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9050" cap="flat">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